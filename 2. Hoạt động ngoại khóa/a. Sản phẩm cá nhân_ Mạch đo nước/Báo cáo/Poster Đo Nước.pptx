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Asap" panose="020B0604020202020204" charset="0"/>
      <p:regular r:id="rId3"/>
    </p:embeddedFont>
    <p:embeddedFont>
      <p:font typeface="Cabin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5" d="100"/>
          <a:sy n="25" d="100"/>
        </p:scale>
        <p:origin x="2635" y="-2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E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294" y="10217490"/>
            <a:ext cx="5847358" cy="5116974"/>
            <a:chOff x="0" y="0"/>
            <a:chExt cx="3519911" cy="3080244"/>
          </a:xfrm>
        </p:grpSpPr>
        <p:sp>
          <p:nvSpPr>
            <p:cNvPr id="3" name="Freeform 3"/>
            <p:cNvSpPr/>
            <p:nvPr/>
          </p:nvSpPr>
          <p:spPr>
            <a:xfrm>
              <a:off x="13970" y="17780"/>
              <a:ext cx="3489430" cy="3040875"/>
            </a:xfrm>
            <a:custGeom>
              <a:avLst/>
              <a:gdLst/>
              <a:ahLst/>
              <a:cxnLst/>
              <a:rect l="l" t="t" r="r" b="b"/>
              <a:pathLst>
                <a:path w="3489430" h="3040875">
                  <a:moveTo>
                    <a:pt x="3472921" y="3040875"/>
                  </a:moveTo>
                  <a:lnTo>
                    <a:pt x="15240" y="3033255"/>
                  </a:lnTo>
                  <a:lnTo>
                    <a:pt x="0" y="11430"/>
                  </a:lnTo>
                  <a:lnTo>
                    <a:pt x="3489430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570"/>
              <a:ext cx="3523824" cy="3081041"/>
            </a:xfrm>
            <a:custGeom>
              <a:avLst/>
              <a:gdLst/>
              <a:ahLst/>
              <a:cxnLst/>
              <a:rect l="l" t="t" r="r" b="b"/>
              <a:pathLst>
                <a:path w="3523824" h="3081041">
                  <a:moveTo>
                    <a:pt x="0" y="12130"/>
                  </a:moveTo>
                  <a:cubicBezTo>
                    <a:pt x="41910" y="15940"/>
                    <a:pt x="120849" y="17210"/>
                    <a:pt x="212849" y="19750"/>
                  </a:cubicBezTo>
                  <a:cubicBezTo>
                    <a:pt x="304849" y="21020"/>
                    <a:pt x="399638" y="27370"/>
                    <a:pt x="494426" y="24830"/>
                  </a:cubicBezTo>
                  <a:cubicBezTo>
                    <a:pt x="539032" y="23560"/>
                    <a:pt x="583638" y="19750"/>
                    <a:pt x="628245" y="17210"/>
                  </a:cubicBezTo>
                  <a:cubicBezTo>
                    <a:pt x="675639" y="14670"/>
                    <a:pt x="723033" y="14670"/>
                    <a:pt x="770427" y="15940"/>
                  </a:cubicBezTo>
                  <a:cubicBezTo>
                    <a:pt x="851276" y="17210"/>
                    <a:pt x="932125" y="17210"/>
                    <a:pt x="1010186" y="15940"/>
                  </a:cubicBezTo>
                  <a:cubicBezTo>
                    <a:pt x="1210914" y="13400"/>
                    <a:pt x="1411642" y="17210"/>
                    <a:pt x="1615158" y="14670"/>
                  </a:cubicBezTo>
                  <a:cubicBezTo>
                    <a:pt x="1949704" y="8320"/>
                    <a:pt x="2284251" y="3240"/>
                    <a:pt x="2621586" y="7050"/>
                  </a:cubicBezTo>
                  <a:cubicBezTo>
                    <a:pt x="2811162" y="9590"/>
                    <a:pt x="3003526" y="13400"/>
                    <a:pt x="3193103" y="8320"/>
                  </a:cubicBezTo>
                  <a:cubicBezTo>
                    <a:pt x="3282316" y="5780"/>
                    <a:pt x="3371528" y="-1840"/>
                    <a:pt x="3461491" y="700"/>
                  </a:cubicBezTo>
                  <a:cubicBezTo>
                    <a:pt x="3474191" y="700"/>
                    <a:pt x="3499591" y="-3110"/>
                    <a:pt x="3508480" y="7050"/>
                  </a:cubicBezTo>
                  <a:cubicBezTo>
                    <a:pt x="3513561" y="12130"/>
                    <a:pt x="3512291" y="19750"/>
                    <a:pt x="3513561" y="26100"/>
                  </a:cubicBezTo>
                  <a:cubicBezTo>
                    <a:pt x="3514830" y="33720"/>
                    <a:pt x="3516100" y="42610"/>
                    <a:pt x="3518641" y="50230"/>
                  </a:cubicBezTo>
                  <a:cubicBezTo>
                    <a:pt x="3524991" y="96504"/>
                    <a:pt x="3523721" y="163208"/>
                    <a:pt x="3523721" y="229912"/>
                  </a:cubicBezTo>
                  <a:cubicBezTo>
                    <a:pt x="3523721" y="303762"/>
                    <a:pt x="3523721" y="377613"/>
                    <a:pt x="3523721" y="451464"/>
                  </a:cubicBezTo>
                  <a:cubicBezTo>
                    <a:pt x="3523721" y="613459"/>
                    <a:pt x="3522450" y="773072"/>
                    <a:pt x="3519911" y="935067"/>
                  </a:cubicBezTo>
                  <a:cubicBezTo>
                    <a:pt x="3517371" y="1073240"/>
                    <a:pt x="3514830" y="1209030"/>
                    <a:pt x="3514830" y="1347202"/>
                  </a:cubicBezTo>
                  <a:cubicBezTo>
                    <a:pt x="3513561" y="1647370"/>
                    <a:pt x="3512291" y="1949920"/>
                    <a:pt x="3512291" y="2252470"/>
                  </a:cubicBezTo>
                  <a:cubicBezTo>
                    <a:pt x="3511021" y="2495463"/>
                    <a:pt x="3513561" y="2740838"/>
                    <a:pt x="3509750" y="2983831"/>
                  </a:cubicBezTo>
                  <a:cubicBezTo>
                    <a:pt x="3509750" y="3012418"/>
                    <a:pt x="3508480" y="3040304"/>
                    <a:pt x="3507211" y="3055545"/>
                  </a:cubicBezTo>
                  <a:cubicBezTo>
                    <a:pt x="3505941" y="3070785"/>
                    <a:pt x="3500861" y="3082215"/>
                    <a:pt x="3484350" y="3080945"/>
                  </a:cubicBezTo>
                  <a:cubicBezTo>
                    <a:pt x="3462761" y="3078404"/>
                    <a:pt x="3418922" y="3074595"/>
                    <a:pt x="3368740" y="3075865"/>
                  </a:cubicBezTo>
                  <a:cubicBezTo>
                    <a:pt x="3179164" y="3078404"/>
                    <a:pt x="2992375" y="3075865"/>
                    <a:pt x="2802798" y="3073325"/>
                  </a:cubicBezTo>
                  <a:cubicBezTo>
                    <a:pt x="2426433" y="3068245"/>
                    <a:pt x="2050068" y="3073325"/>
                    <a:pt x="1673703" y="3069515"/>
                  </a:cubicBezTo>
                  <a:cubicBezTo>
                    <a:pt x="1475763" y="3066975"/>
                    <a:pt x="1277823" y="3068245"/>
                    <a:pt x="1079883" y="3068245"/>
                  </a:cubicBezTo>
                  <a:cubicBezTo>
                    <a:pt x="1026913" y="3068245"/>
                    <a:pt x="976731" y="3066975"/>
                    <a:pt x="923761" y="3066975"/>
                  </a:cubicBezTo>
                  <a:cubicBezTo>
                    <a:pt x="831761" y="3065704"/>
                    <a:pt x="742548" y="3069515"/>
                    <a:pt x="650548" y="3068245"/>
                  </a:cubicBezTo>
                  <a:cubicBezTo>
                    <a:pt x="558547" y="3066975"/>
                    <a:pt x="463759" y="3065704"/>
                    <a:pt x="371759" y="3064435"/>
                  </a:cubicBezTo>
                  <a:cubicBezTo>
                    <a:pt x="276971" y="3063165"/>
                    <a:pt x="123637" y="3063165"/>
                    <a:pt x="41910" y="3060625"/>
                  </a:cubicBezTo>
                  <a:cubicBezTo>
                    <a:pt x="17780" y="3058085"/>
                    <a:pt x="19050" y="3056815"/>
                    <a:pt x="19050" y="3024330"/>
                  </a:cubicBezTo>
                  <a:cubicBezTo>
                    <a:pt x="19050" y="3017183"/>
                    <a:pt x="19050" y="3007654"/>
                    <a:pt x="19050" y="3000507"/>
                  </a:cubicBezTo>
                  <a:cubicBezTo>
                    <a:pt x="19050" y="2962390"/>
                    <a:pt x="19050" y="2926656"/>
                    <a:pt x="19050" y="2888540"/>
                  </a:cubicBezTo>
                  <a:cubicBezTo>
                    <a:pt x="19050" y="2755132"/>
                    <a:pt x="19050" y="2621724"/>
                    <a:pt x="19050" y="2488316"/>
                  </a:cubicBezTo>
                  <a:cubicBezTo>
                    <a:pt x="19050" y="2178619"/>
                    <a:pt x="19050" y="1868922"/>
                    <a:pt x="19050" y="1559226"/>
                  </a:cubicBezTo>
                  <a:cubicBezTo>
                    <a:pt x="19050" y="1480610"/>
                    <a:pt x="19050" y="1404377"/>
                    <a:pt x="17780" y="1325762"/>
                  </a:cubicBezTo>
                  <a:cubicBezTo>
                    <a:pt x="12700" y="1004154"/>
                    <a:pt x="12700" y="682546"/>
                    <a:pt x="8890" y="363320"/>
                  </a:cubicBezTo>
                  <a:cubicBezTo>
                    <a:pt x="8890" y="294233"/>
                    <a:pt x="7620" y="225147"/>
                    <a:pt x="7620" y="156061"/>
                  </a:cubicBezTo>
                  <a:cubicBezTo>
                    <a:pt x="3810" y="86975"/>
                    <a:pt x="0" y="45150"/>
                    <a:pt x="0" y="12130"/>
                  </a:cubicBezTo>
                  <a:close/>
                  <a:moveTo>
                    <a:pt x="3480541" y="3047925"/>
                  </a:moveTo>
                  <a:cubicBezTo>
                    <a:pt x="3483080" y="2983831"/>
                    <a:pt x="3481811" y="2909980"/>
                    <a:pt x="3483080" y="2833747"/>
                  </a:cubicBezTo>
                  <a:cubicBezTo>
                    <a:pt x="3484350" y="2688428"/>
                    <a:pt x="3484350" y="2540726"/>
                    <a:pt x="3485621" y="2395407"/>
                  </a:cubicBezTo>
                  <a:cubicBezTo>
                    <a:pt x="3486891" y="2078563"/>
                    <a:pt x="3488161" y="1764102"/>
                    <a:pt x="3489430" y="1447258"/>
                  </a:cubicBezTo>
                  <a:cubicBezTo>
                    <a:pt x="3491971" y="1051799"/>
                    <a:pt x="3497050" y="658723"/>
                    <a:pt x="3498321" y="263264"/>
                  </a:cubicBezTo>
                  <a:cubicBezTo>
                    <a:pt x="3498321" y="198942"/>
                    <a:pt x="3499591" y="134620"/>
                    <a:pt x="3498321" y="70550"/>
                  </a:cubicBezTo>
                  <a:cubicBezTo>
                    <a:pt x="3498321" y="61660"/>
                    <a:pt x="3497050" y="52770"/>
                    <a:pt x="3494511" y="43880"/>
                  </a:cubicBezTo>
                  <a:cubicBezTo>
                    <a:pt x="3493241" y="40070"/>
                    <a:pt x="3493241" y="36260"/>
                    <a:pt x="3491971" y="32450"/>
                  </a:cubicBezTo>
                  <a:cubicBezTo>
                    <a:pt x="3490700" y="23560"/>
                    <a:pt x="3491971" y="26100"/>
                    <a:pt x="3484350" y="23560"/>
                  </a:cubicBezTo>
                  <a:cubicBezTo>
                    <a:pt x="3470380" y="18480"/>
                    <a:pt x="3432861" y="22290"/>
                    <a:pt x="3402195" y="22290"/>
                  </a:cubicBezTo>
                  <a:cubicBezTo>
                    <a:pt x="3218194" y="28640"/>
                    <a:pt x="3034193" y="32450"/>
                    <a:pt x="2847405" y="28640"/>
                  </a:cubicBezTo>
                  <a:cubicBezTo>
                    <a:pt x="2482191" y="22290"/>
                    <a:pt x="2111402" y="21020"/>
                    <a:pt x="1746188" y="32450"/>
                  </a:cubicBezTo>
                  <a:cubicBezTo>
                    <a:pt x="1645824" y="36260"/>
                    <a:pt x="1545460" y="37530"/>
                    <a:pt x="1445096" y="37530"/>
                  </a:cubicBezTo>
                  <a:cubicBezTo>
                    <a:pt x="1358672" y="37530"/>
                    <a:pt x="1269459" y="33720"/>
                    <a:pt x="1183035" y="34990"/>
                  </a:cubicBezTo>
                  <a:cubicBezTo>
                    <a:pt x="1043640" y="37530"/>
                    <a:pt x="907034" y="36260"/>
                    <a:pt x="767639" y="36260"/>
                  </a:cubicBezTo>
                  <a:cubicBezTo>
                    <a:pt x="675639" y="36260"/>
                    <a:pt x="586426" y="45150"/>
                    <a:pt x="494426" y="46420"/>
                  </a:cubicBezTo>
                  <a:cubicBezTo>
                    <a:pt x="408001" y="47690"/>
                    <a:pt x="318789" y="41340"/>
                    <a:pt x="229576" y="38800"/>
                  </a:cubicBezTo>
                  <a:cubicBezTo>
                    <a:pt x="187758" y="37530"/>
                    <a:pt x="143152" y="36260"/>
                    <a:pt x="98546" y="34990"/>
                  </a:cubicBezTo>
                  <a:cubicBezTo>
                    <a:pt x="76243" y="33720"/>
                    <a:pt x="53939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7446"/>
                    <a:pt x="24130" y="106033"/>
                  </a:cubicBezTo>
                  <a:cubicBezTo>
                    <a:pt x="25400" y="141767"/>
                    <a:pt x="25400" y="177501"/>
                    <a:pt x="25400" y="213236"/>
                  </a:cubicBezTo>
                  <a:cubicBezTo>
                    <a:pt x="25400" y="360937"/>
                    <a:pt x="21590" y="506257"/>
                    <a:pt x="25400" y="653958"/>
                  </a:cubicBezTo>
                  <a:cubicBezTo>
                    <a:pt x="30480" y="830247"/>
                    <a:pt x="30480" y="1006536"/>
                    <a:pt x="30480" y="1182825"/>
                  </a:cubicBezTo>
                  <a:cubicBezTo>
                    <a:pt x="31750" y="1468699"/>
                    <a:pt x="31750" y="1754573"/>
                    <a:pt x="31750" y="2040447"/>
                  </a:cubicBezTo>
                  <a:cubicBezTo>
                    <a:pt x="31750" y="2321556"/>
                    <a:pt x="31750" y="2602666"/>
                    <a:pt x="33020" y="2883775"/>
                  </a:cubicBezTo>
                  <a:cubicBezTo>
                    <a:pt x="33020" y="2909980"/>
                    <a:pt x="33020" y="2938567"/>
                    <a:pt x="33020" y="2964773"/>
                  </a:cubicBezTo>
                  <a:cubicBezTo>
                    <a:pt x="33020" y="2988596"/>
                    <a:pt x="33020" y="3014801"/>
                    <a:pt x="39370" y="3040305"/>
                  </a:cubicBezTo>
                  <a:cubicBezTo>
                    <a:pt x="45720" y="3044115"/>
                    <a:pt x="79030" y="3044115"/>
                    <a:pt x="95758" y="3045385"/>
                  </a:cubicBezTo>
                  <a:cubicBezTo>
                    <a:pt x="123637" y="3046655"/>
                    <a:pt x="148728" y="3046655"/>
                    <a:pt x="173819" y="3046655"/>
                  </a:cubicBezTo>
                  <a:cubicBezTo>
                    <a:pt x="260243" y="3044115"/>
                    <a:pt x="343880" y="3045385"/>
                    <a:pt x="430305" y="3046655"/>
                  </a:cubicBezTo>
                  <a:cubicBezTo>
                    <a:pt x="472123" y="3046655"/>
                    <a:pt x="516729" y="3046655"/>
                    <a:pt x="558547" y="3047925"/>
                  </a:cubicBezTo>
                  <a:cubicBezTo>
                    <a:pt x="603154" y="3049195"/>
                    <a:pt x="650548" y="3054275"/>
                    <a:pt x="695154" y="3050465"/>
                  </a:cubicBezTo>
                  <a:cubicBezTo>
                    <a:pt x="778791" y="3044115"/>
                    <a:pt x="868003" y="3047925"/>
                    <a:pt x="951640" y="3047925"/>
                  </a:cubicBezTo>
                  <a:cubicBezTo>
                    <a:pt x="1007398" y="3047925"/>
                    <a:pt x="1063155" y="3051735"/>
                    <a:pt x="1118913" y="3051735"/>
                  </a:cubicBezTo>
                  <a:cubicBezTo>
                    <a:pt x="1166307" y="3051735"/>
                    <a:pt x="1216489" y="3051735"/>
                    <a:pt x="1263883" y="3050465"/>
                  </a:cubicBezTo>
                  <a:cubicBezTo>
                    <a:pt x="1489702" y="3049195"/>
                    <a:pt x="1712734" y="3047925"/>
                    <a:pt x="1935765" y="3050465"/>
                  </a:cubicBezTo>
                  <a:cubicBezTo>
                    <a:pt x="2024977" y="3051735"/>
                    <a:pt x="2114190" y="3049195"/>
                    <a:pt x="2203402" y="3049195"/>
                  </a:cubicBezTo>
                  <a:cubicBezTo>
                    <a:pt x="2289827" y="3047925"/>
                    <a:pt x="2376251" y="3044115"/>
                    <a:pt x="2462676" y="3047925"/>
                  </a:cubicBezTo>
                  <a:cubicBezTo>
                    <a:pt x="2549100" y="3051735"/>
                    <a:pt x="2638313" y="3049195"/>
                    <a:pt x="2724738" y="3053005"/>
                  </a:cubicBezTo>
                  <a:cubicBezTo>
                    <a:pt x="2813950" y="3056815"/>
                    <a:pt x="2903163" y="3051735"/>
                    <a:pt x="2992375" y="3051735"/>
                  </a:cubicBezTo>
                  <a:cubicBezTo>
                    <a:pt x="3078800" y="3051735"/>
                    <a:pt x="3168012" y="3051735"/>
                    <a:pt x="3254437" y="3053005"/>
                  </a:cubicBezTo>
                  <a:cubicBezTo>
                    <a:pt x="3340861" y="3050465"/>
                    <a:pt x="3421710" y="3047925"/>
                    <a:pt x="3480541" y="304792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93847" y="15592589"/>
            <a:ext cx="5993336" cy="3208130"/>
            <a:chOff x="0" y="0"/>
            <a:chExt cx="3607784" cy="1931185"/>
          </a:xfrm>
        </p:grpSpPr>
        <p:sp>
          <p:nvSpPr>
            <p:cNvPr id="6" name="Freeform 6"/>
            <p:cNvSpPr/>
            <p:nvPr/>
          </p:nvSpPr>
          <p:spPr>
            <a:xfrm>
              <a:off x="13970" y="17780"/>
              <a:ext cx="3577305" cy="1891815"/>
            </a:xfrm>
            <a:custGeom>
              <a:avLst/>
              <a:gdLst/>
              <a:ahLst/>
              <a:cxnLst/>
              <a:rect l="l" t="t" r="r" b="b"/>
              <a:pathLst>
                <a:path w="3577305" h="1891815">
                  <a:moveTo>
                    <a:pt x="3560794" y="1891815"/>
                  </a:moveTo>
                  <a:lnTo>
                    <a:pt x="15240" y="1884195"/>
                  </a:lnTo>
                  <a:lnTo>
                    <a:pt x="0" y="11430"/>
                  </a:lnTo>
                  <a:lnTo>
                    <a:pt x="3577305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570"/>
              <a:ext cx="3611698" cy="1931981"/>
            </a:xfrm>
            <a:custGeom>
              <a:avLst/>
              <a:gdLst/>
              <a:ahLst/>
              <a:cxnLst/>
              <a:rect l="l" t="t" r="r" b="b"/>
              <a:pathLst>
                <a:path w="3611698" h="1931981">
                  <a:moveTo>
                    <a:pt x="0" y="12130"/>
                  </a:moveTo>
                  <a:cubicBezTo>
                    <a:pt x="41910" y="15940"/>
                    <a:pt x="122603" y="17210"/>
                    <a:pt x="216976" y="19750"/>
                  </a:cubicBezTo>
                  <a:cubicBezTo>
                    <a:pt x="311350" y="21020"/>
                    <a:pt x="408583" y="27370"/>
                    <a:pt x="505816" y="24830"/>
                  </a:cubicBezTo>
                  <a:cubicBezTo>
                    <a:pt x="551572" y="23560"/>
                    <a:pt x="597329" y="19750"/>
                    <a:pt x="643086" y="17210"/>
                  </a:cubicBezTo>
                  <a:cubicBezTo>
                    <a:pt x="691702" y="14670"/>
                    <a:pt x="740319" y="14670"/>
                    <a:pt x="788935" y="15940"/>
                  </a:cubicBezTo>
                  <a:cubicBezTo>
                    <a:pt x="871870" y="17210"/>
                    <a:pt x="954804" y="17210"/>
                    <a:pt x="1034878" y="15940"/>
                  </a:cubicBezTo>
                  <a:cubicBezTo>
                    <a:pt x="1240783" y="13400"/>
                    <a:pt x="1446689" y="17210"/>
                    <a:pt x="1655454" y="14670"/>
                  </a:cubicBezTo>
                  <a:cubicBezTo>
                    <a:pt x="1998629" y="8320"/>
                    <a:pt x="2341805" y="3240"/>
                    <a:pt x="2687840" y="7050"/>
                  </a:cubicBezTo>
                  <a:cubicBezTo>
                    <a:pt x="2882306" y="9590"/>
                    <a:pt x="3079632" y="13400"/>
                    <a:pt x="3274099" y="8320"/>
                  </a:cubicBezTo>
                  <a:cubicBezTo>
                    <a:pt x="3365612" y="5780"/>
                    <a:pt x="3457125" y="-1840"/>
                    <a:pt x="3549364" y="700"/>
                  </a:cubicBezTo>
                  <a:cubicBezTo>
                    <a:pt x="3562064" y="700"/>
                    <a:pt x="3587464" y="-3110"/>
                    <a:pt x="3596355" y="7050"/>
                  </a:cubicBezTo>
                  <a:cubicBezTo>
                    <a:pt x="3601434" y="12130"/>
                    <a:pt x="3600164" y="19750"/>
                    <a:pt x="3601434" y="26100"/>
                  </a:cubicBezTo>
                  <a:cubicBezTo>
                    <a:pt x="3602705" y="33720"/>
                    <a:pt x="3603975" y="42610"/>
                    <a:pt x="3606514" y="50230"/>
                  </a:cubicBezTo>
                  <a:cubicBezTo>
                    <a:pt x="3612864" y="86560"/>
                    <a:pt x="3611594" y="127422"/>
                    <a:pt x="3611594" y="168283"/>
                  </a:cubicBezTo>
                  <a:cubicBezTo>
                    <a:pt x="3611594" y="213523"/>
                    <a:pt x="3611594" y="258763"/>
                    <a:pt x="3611594" y="304002"/>
                  </a:cubicBezTo>
                  <a:cubicBezTo>
                    <a:pt x="3611594" y="403238"/>
                    <a:pt x="3610325" y="501014"/>
                    <a:pt x="3607784" y="600250"/>
                  </a:cubicBezTo>
                  <a:cubicBezTo>
                    <a:pt x="3605244" y="684892"/>
                    <a:pt x="3602705" y="768074"/>
                    <a:pt x="3602705" y="852716"/>
                  </a:cubicBezTo>
                  <a:cubicBezTo>
                    <a:pt x="3601434" y="1036594"/>
                    <a:pt x="3600164" y="1221931"/>
                    <a:pt x="3600164" y="1407267"/>
                  </a:cubicBezTo>
                  <a:cubicBezTo>
                    <a:pt x="3598894" y="1556121"/>
                    <a:pt x="3601434" y="1706433"/>
                    <a:pt x="3597625" y="1855286"/>
                  </a:cubicBezTo>
                  <a:cubicBezTo>
                    <a:pt x="3597625" y="1872799"/>
                    <a:pt x="3596355" y="1891245"/>
                    <a:pt x="3595084" y="1906485"/>
                  </a:cubicBezTo>
                  <a:cubicBezTo>
                    <a:pt x="3593814" y="1921725"/>
                    <a:pt x="3588734" y="1933155"/>
                    <a:pt x="3572225" y="1931885"/>
                  </a:cubicBezTo>
                  <a:cubicBezTo>
                    <a:pt x="3550634" y="1929345"/>
                    <a:pt x="3505742" y="1925535"/>
                    <a:pt x="3454266" y="1926805"/>
                  </a:cubicBezTo>
                  <a:cubicBezTo>
                    <a:pt x="3259799" y="1929345"/>
                    <a:pt x="3068193" y="1926805"/>
                    <a:pt x="2873727" y="1924265"/>
                  </a:cubicBezTo>
                  <a:cubicBezTo>
                    <a:pt x="2487655" y="1919185"/>
                    <a:pt x="2101582" y="1924265"/>
                    <a:pt x="1715509" y="1920455"/>
                  </a:cubicBezTo>
                  <a:cubicBezTo>
                    <a:pt x="1512464" y="1917915"/>
                    <a:pt x="1309418" y="1919185"/>
                    <a:pt x="1106373" y="1919185"/>
                  </a:cubicBezTo>
                  <a:cubicBezTo>
                    <a:pt x="1052037" y="1919185"/>
                    <a:pt x="1000560" y="1917915"/>
                    <a:pt x="946224" y="1917915"/>
                  </a:cubicBezTo>
                  <a:cubicBezTo>
                    <a:pt x="851851" y="1916645"/>
                    <a:pt x="760338" y="1920455"/>
                    <a:pt x="665964" y="1919185"/>
                  </a:cubicBezTo>
                  <a:cubicBezTo>
                    <a:pt x="571591" y="1917915"/>
                    <a:pt x="474358" y="1916645"/>
                    <a:pt x="379985" y="1915375"/>
                  </a:cubicBezTo>
                  <a:cubicBezTo>
                    <a:pt x="282752" y="1914105"/>
                    <a:pt x="125463" y="1914105"/>
                    <a:pt x="41910" y="1911565"/>
                  </a:cubicBezTo>
                  <a:cubicBezTo>
                    <a:pt x="17780" y="1909025"/>
                    <a:pt x="19050" y="1907755"/>
                    <a:pt x="19050" y="1880095"/>
                  </a:cubicBezTo>
                  <a:cubicBezTo>
                    <a:pt x="19050" y="1875717"/>
                    <a:pt x="19050" y="1869880"/>
                    <a:pt x="19050" y="1865502"/>
                  </a:cubicBezTo>
                  <a:cubicBezTo>
                    <a:pt x="19050" y="1842152"/>
                    <a:pt x="19050" y="1820262"/>
                    <a:pt x="19050" y="1796913"/>
                  </a:cubicBezTo>
                  <a:cubicBezTo>
                    <a:pt x="19050" y="1715189"/>
                    <a:pt x="19050" y="1633466"/>
                    <a:pt x="19050" y="1551743"/>
                  </a:cubicBezTo>
                  <a:cubicBezTo>
                    <a:pt x="19050" y="1362028"/>
                    <a:pt x="19050" y="1172313"/>
                    <a:pt x="19050" y="982598"/>
                  </a:cubicBezTo>
                  <a:cubicBezTo>
                    <a:pt x="19050" y="934440"/>
                    <a:pt x="19050" y="887741"/>
                    <a:pt x="17780" y="839582"/>
                  </a:cubicBezTo>
                  <a:cubicBezTo>
                    <a:pt x="12700" y="642571"/>
                    <a:pt x="12700" y="445559"/>
                    <a:pt x="8890" y="250007"/>
                  </a:cubicBezTo>
                  <a:cubicBezTo>
                    <a:pt x="8890" y="207686"/>
                    <a:pt x="7620" y="165365"/>
                    <a:pt x="7620" y="123044"/>
                  </a:cubicBezTo>
                  <a:cubicBezTo>
                    <a:pt x="3810" y="80723"/>
                    <a:pt x="0" y="45150"/>
                    <a:pt x="0" y="12130"/>
                  </a:cubicBezTo>
                  <a:close/>
                  <a:moveTo>
                    <a:pt x="3568414" y="1898865"/>
                  </a:moveTo>
                  <a:cubicBezTo>
                    <a:pt x="3570955" y="1855286"/>
                    <a:pt x="3569684" y="1810047"/>
                    <a:pt x="3570955" y="1763348"/>
                  </a:cubicBezTo>
                  <a:cubicBezTo>
                    <a:pt x="3572225" y="1674328"/>
                    <a:pt x="3572225" y="1583848"/>
                    <a:pt x="3573494" y="1494828"/>
                  </a:cubicBezTo>
                  <a:cubicBezTo>
                    <a:pt x="3574764" y="1300735"/>
                    <a:pt x="3576034" y="1108102"/>
                    <a:pt x="3577305" y="914009"/>
                  </a:cubicBezTo>
                  <a:cubicBezTo>
                    <a:pt x="3579844" y="671758"/>
                    <a:pt x="3584925" y="430966"/>
                    <a:pt x="3586194" y="188714"/>
                  </a:cubicBezTo>
                  <a:cubicBezTo>
                    <a:pt x="3586194" y="149312"/>
                    <a:pt x="3587464" y="109910"/>
                    <a:pt x="3586194" y="70550"/>
                  </a:cubicBezTo>
                  <a:cubicBezTo>
                    <a:pt x="3586194" y="61660"/>
                    <a:pt x="3584925" y="52770"/>
                    <a:pt x="3582384" y="43880"/>
                  </a:cubicBezTo>
                  <a:cubicBezTo>
                    <a:pt x="3581114" y="40070"/>
                    <a:pt x="3581114" y="36260"/>
                    <a:pt x="3579844" y="32450"/>
                  </a:cubicBezTo>
                  <a:cubicBezTo>
                    <a:pt x="3578575" y="23560"/>
                    <a:pt x="3579844" y="26100"/>
                    <a:pt x="3572225" y="23560"/>
                  </a:cubicBezTo>
                  <a:cubicBezTo>
                    <a:pt x="3558255" y="18480"/>
                    <a:pt x="3520041" y="22290"/>
                    <a:pt x="3488583" y="22290"/>
                  </a:cubicBezTo>
                  <a:cubicBezTo>
                    <a:pt x="3299837" y="28640"/>
                    <a:pt x="3111090" y="32450"/>
                    <a:pt x="2919484" y="28640"/>
                  </a:cubicBezTo>
                  <a:cubicBezTo>
                    <a:pt x="2544850" y="22290"/>
                    <a:pt x="2164497" y="21020"/>
                    <a:pt x="1789864" y="32450"/>
                  </a:cubicBezTo>
                  <a:cubicBezTo>
                    <a:pt x="1686911" y="36260"/>
                    <a:pt x="1583959" y="37530"/>
                    <a:pt x="1481006" y="37530"/>
                  </a:cubicBezTo>
                  <a:cubicBezTo>
                    <a:pt x="1392352" y="37530"/>
                    <a:pt x="1300839" y="33720"/>
                    <a:pt x="1212185" y="34990"/>
                  </a:cubicBezTo>
                  <a:cubicBezTo>
                    <a:pt x="1069195" y="37530"/>
                    <a:pt x="929065" y="36260"/>
                    <a:pt x="786076" y="36260"/>
                  </a:cubicBezTo>
                  <a:cubicBezTo>
                    <a:pt x="691702" y="36260"/>
                    <a:pt x="600189" y="45150"/>
                    <a:pt x="505816" y="46420"/>
                  </a:cubicBezTo>
                  <a:cubicBezTo>
                    <a:pt x="417162" y="47690"/>
                    <a:pt x="325648" y="41340"/>
                    <a:pt x="234135" y="38800"/>
                  </a:cubicBezTo>
                  <a:cubicBezTo>
                    <a:pt x="191238" y="37530"/>
                    <a:pt x="145481" y="36260"/>
                    <a:pt x="99725" y="34990"/>
                  </a:cubicBezTo>
                  <a:cubicBezTo>
                    <a:pt x="76846" y="33720"/>
                    <a:pt x="53968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4885"/>
                    <a:pt x="24130" y="92397"/>
                  </a:cubicBezTo>
                  <a:cubicBezTo>
                    <a:pt x="25400" y="114288"/>
                    <a:pt x="25400" y="136178"/>
                    <a:pt x="25400" y="158068"/>
                  </a:cubicBezTo>
                  <a:cubicBezTo>
                    <a:pt x="25400" y="248547"/>
                    <a:pt x="21590" y="337567"/>
                    <a:pt x="25400" y="428047"/>
                  </a:cubicBezTo>
                  <a:cubicBezTo>
                    <a:pt x="30480" y="536038"/>
                    <a:pt x="30480" y="644030"/>
                    <a:pt x="30480" y="752022"/>
                  </a:cubicBezTo>
                  <a:cubicBezTo>
                    <a:pt x="31750" y="927143"/>
                    <a:pt x="31750" y="1102264"/>
                    <a:pt x="31750" y="1277386"/>
                  </a:cubicBezTo>
                  <a:cubicBezTo>
                    <a:pt x="31750" y="1449588"/>
                    <a:pt x="31750" y="1621791"/>
                    <a:pt x="33020" y="1793994"/>
                  </a:cubicBezTo>
                  <a:cubicBezTo>
                    <a:pt x="33020" y="1810047"/>
                    <a:pt x="33020" y="1827559"/>
                    <a:pt x="33020" y="1843612"/>
                  </a:cubicBezTo>
                  <a:cubicBezTo>
                    <a:pt x="33020" y="1858205"/>
                    <a:pt x="33020" y="1874258"/>
                    <a:pt x="39370" y="1891245"/>
                  </a:cubicBezTo>
                  <a:cubicBezTo>
                    <a:pt x="45720" y="1895055"/>
                    <a:pt x="79706" y="1895055"/>
                    <a:pt x="96865" y="1896325"/>
                  </a:cubicBezTo>
                  <a:cubicBezTo>
                    <a:pt x="125463" y="1897595"/>
                    <a:pt x="151201" y="1897595"/>
                    <a:pt x="176939" y="1897595"/>
                  </a:cubicBezTo>
                  <a:cubicBezTo>
                    <a:pt x="265593" y="1895055"/>
                    <a:pt x="351387" y="1896325"/>
                    <a:pt x="440040" y="1897595"/>
                  </a:cubicBezTo>
                  <a:cubicBezTo>
                    <a:pt x="482937" y="1897595"/>
                    <a:pt x="528694" y="1897595"/>
                    <a:pt x="571591" y="1898865"/>
                  </a:cubicBezTo>
                  <a:cubicBezTo>
                    <a:pt x="617348" y="1900135"/>
                    <a:pt x="665964" y="1905215"/>
                    <a:pt x="711721" y="1901405"/>
                  </a:cubicBezTo>
                  <a:cubicBezTo>
                    <a:pt x="797515" y="1895055"/>
                    <a:pt x="889028" y="1898865"/>
                    <a:pt x="974822" y="1898865"/>
                  </a:cubicBezTo>
                  <a:cubicBezTo>
                    <a:pt x="1032018" y="1898865"/>
                    <a:pt x="1089214" y="1902675"/>
                    <a:pt x="1146410" y="1902675"/>
                  </a:cubicBezTo>
                  <a:cubicBezTo>
                    <a:pt x="1195026" y="1902675"/>
                    <a:pt x="1246503" y="1902675"/>
                    <a:pt x="1295119" y="1901405"/>
                  </a:cubicBezTo>
                  <a:cubicBezTo>
                    <a:pt x="1526763" y="1900135"/>
                    <a:pt x="1755547" y="1898865"/>
                    <a:pt x="1984330" y="1901405"/>
                  </a:cubicBezTo>
                  <a:cubicBezTo>
                    <a:pt x="2075844" y="1902675"/>
                    <a:pt x="2167357" y="1900135"/>
                    <a:pt x="2258871" y="1900135"/>
                  </a:cubicBezTo>
                  <a:cubicBezTo>
                    <a:pt x="2347524" y="1898865"/>
                    <a:pt x="2436178" y="1895055"/>
                    <a:pt x="2524832" y="1898865"/>
                  </a:cubicBezTo>
                  <a:cubicBezTo>
                    <a:pt x="2613485" y="1902675"/>
                    <a:pt x="2704999" y="1900135"/>
                    <a:pt x="2793653" y="1903945"/>
                  </a:cubicBezTo>
                  <a:cubicBezTo>
                    <a:pt x="2885166" y="1907755"/>
                    <a:pt x="2976680" y="1902675"/>
                    <a:pt x="3068193" y="1902675"/>
                  </a:cubicBezTo>
                  <a:cubicBezTo>
                    <a:pt x="3156847" y="1902675"/>
                    <a:pt x="3248360" y="1902675"/>
                    <a:pt x="3337014" y="1903945"/>
                  </a:cubicBezTo>
                  <a:cubicBezTo>
                    <a:pt x="3425668" y="1901405"/>
                    <a:pt x="3508602" y="1898865"/>
                    <a:pt x="3568414" y="189886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15044" y="5788265"/>
            <a:ext cx="6053975" cy="9546199"/>
            <a:chOff x="0" y="0"/>
            <a:chExt cx="3644287" cy="5746487"/>
          </a:xfrm>
        </p:grpSpPr>
        <p:sp>
          <p:nvSpPr>
            <p:cNvPr id="9" name="Freeform 9"/>
            <p:cNvSpPr/>
            <p:nvPr/>
          </p:nvSpPr>
          <p:spPr>
            <a:xfrm>
              <a:off x="13970" y="17780"/>
              <a:ext cx="3613807" cy="5707117"/>
            </a:xfrm>
            <a:custGeom>
              <a:avLst/>
              <a:gdLst/>
              <a:ahLst/>
              <a:cxnLst/>
              <a:rect l="l" t="t" r="r" b="b"/>
              <a:pathLst>
                <a:path w="3613807" h="5707117">
                  <a:moveTo>
                    <a:pt x="3597297" y="5707117"/>
                  </a:moveTo>
                  <a:lnTo>
                    <a:pt x="15240" y="5699497"/>
                  </a:lnTo>
                  <a:lnTo>
                    <a:pt x="0" y="11430"/>
                  </a:lnTo>
                  <a:lnTo>
                    <a:pt x="3613807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570"/>
              <a:ext cx="3648200" cy="5747284"/>
            </a:xfrm>
            <a:custGeom>
              <a:avLst/>
              <a:gdLst/>
              <a:ahLst/>
              <a:cxnLst/>
              <a:rect l="l" t="t" r="r" b="b"/>
              <a:pathLst>
                <a:path w="3648200" h="5747284">
                  <a:moveTo>
                    <a:pt x="0" y="12130"/>
                  </a:moveTo>
                  <a:cubicBezTo>
                    <a:pt x="41910" y="15940"/>
                    <a:pt x="123332" y="17210"/>
                    <a:pt x="218691" y="19750"/>
                  </a:cubicBezTo>
                  <a:cubicBezTo>
                    <a:pt x="314050" y="21020"/>
                    <a:pt x="412298" y="27370"/>
                    <a:pt x="510547" y="24830"/>
                  </a:cubicBezTo>
                  <a:cubicBezTo>
                    <a:pt x="556782" y="23560"/>
                    <a:pt x="603016" y="19750"/>
                    <a:pt x="649251" y="17210"/>
                  </a:cubicBezTo>
                  <a:cubicBezTo>
                    <a:pt x="698375" y="14670"/>
                    <a:pt x="747499" y="14670"/>
                    <a:pt x="796624" y="15940"/>
                  </a:cubicBezTo>
                  <a:cubicBezTo>
                    <a:pt x="880424" y="17210"/>
                    <a:pt x="964224" y="17210"/>
                    <a:pt x="1045135" y="15940"/>
                  </a:cubicBezTo>
                  <a:cubicBezTo>
                    <a:pt x="1253191" y="13400"/>
                    <a:pt x="1461247" y="17210"/>
                    <a:pt x="1672193" y="14670"/>
                  </a:cubicBezTo>
                  <a:cubicBezTo>
                    <a:pt x="2018953" y="8320"/>
                    <a:pt x="2365713" y="3240"/>
                    <a:pt x="2715362" y="7050"/>
                  </a:cubicBezTo>
                  <a:cubicBezTo>
                    <a:pt x="2911859" y="9590"/>
                    <a:pt x="3111246" y="13400"/>
                    <a:pt x="3307743" y="8320"/>
                  </a:cubicBezTo>
                  <a:cubicBezTo>
                    <a:pt x="3400213" y="5780"/>
                    <a:pt x="3492682" y="-1840"/>
                    <a:pt x="3585867" y="700"/>
                  </a:cubicBezTo>
                  <a:cubicBezTo>
                    <a:pt x="3598567" y="700"/>
                    <a:pt x="3623967" y="-3110"/>
                    <a:pt x="3632857" y="7050"/>
                  </a:cubicBezTo>
                  <a:cubicBezTo>
                    <a:pt x="3637937" y="12130"/>
                    <a:pt x="3636667" y="19750"/>
                    <a:pt x="3637937" y="26100"/>
                  </a:cubicBezTo>
                  <a:cubicBezTo>
                    <a:pt x="3639207" y="33720"/>
                    <a:pt x="3640477" y="42610"/>
                    <a:pt x="3643017" y="50230"/>
                  </a:cubicBezTo>
                  <a:cubicBezTo>
                    <a:pt x="3649367" y="119577"/>
                    <a:pt x="3648097" y="246245"/>
                    <a:pt x="3648097" y="372912"/>
                  </a:cubicBezTo>
                  <a:cubicBezTo>
                    <a:pt x="3648097" y="513151"/>
                    <a:pt x="3648097" y="653390"/>
                    <a:pt x="3648097" y="793629"/>
                  </a:cubicBezTo>
                  <a:cubicBezTo>
                    <a:pt x="3648097" y="1101251"/>
                    <a:pt x="3646827" y="1404348"/>
                    <a:pt x="3644287" y="1711969"/>
                  </a:cubicBezTo>
                  <a:cubicBezTo>
                    <a:pt x="3641747" y="1974352"/>
                    <a:pt x="3639207" y="2232211"/>
                    <a:pt x="3639207" y="2494593"/>
                  </a:cubicBezTo>
                  <a:cubicBezTo>
                    <a:pt x="3637937" y="3064597"/>
                    <a:pt x="3636667" y="3639125"/>
                    <a:pt x="3636667" y="4213653"/>
                  </a:cubicBezTo>
                  <a:cubicBezTo>
                    <a:pt x="3635397" y="4675085"/>
                    <a:pt x="3637937" y="5141040"/>
                    <a:pt x="3634127" y="5602472"/>
                  </a:cubicBezTo>
                  <a:cubicBezTo>
                    <a:pt x="3634127" y="5656758"/>
                    <a:pt x="3632857" y="5706547"/>
                    <a:pt x="3631587" y="5721787"/>
                  </a:cubicBezTo>
                  <a:cubicBezTo>
                    <a:pt x="3630317" y="5737027"/>
                    <a:pt x="3625237" y="5748457"/>
                    <a:pt x="3608727" y="5747187"/>
                  </a:cubicBezTo>
                  <a:cubicBezTo>
                    <a:pt x="3587137" y="5744647"/>
                    <a:pt x="3541806" y="5740837"/>
                    <a:pt x="3489792" y="5742107"/>
                  </a:cubicBezTo>
                  <a:cubicBezTo>
                    <a:pt x="3293295" y="5744647"/>
                    <a:pt x="3099688" y="5742107"/>
                    <a:pt x="2903190" y="5739567"/>
                  </a:cubicBezTo>
                  <a:cubicBezTo>
                    <a:pt x="2513086" y="5734487"/>
                    <a:pt x="2122980" y="5739567"/>
                    <a:pt x="1732876" y="5735757"/>
                  </a:cubicBezTo>
                  <a:cubicBezTo>
                    <a:pt x="1527709" y="5733217"/>
                    <a:pt x="1322543" y="5734487"/>
                    <a:pt x="1117377" y="5734487"/>
                  </a:cubicBezTo>
                  <a:cubicBezTo>
                    <a:pt x="1062473" y="5734487"/>
                    <a:pt x="1010459" y="5733217"/>
                    <a:pt x="955555" y="5733217"/>
                  </a:cubicBezTo>
                  <a:cubicBezTo>
                    <a:pt x="860197" y="5731947"/>
                    <a:pt x="767727" y="5735757"/>
                    <a:pt x="672368" y="5734487"/>
                  </a:cubicBezTo>
                  <a:cubicBezTo>
                    <a:pt x="577009" y="5733217"/>
                    <a:pt x="478761" y="5731947"/>
                    <a:pt x="383402" y="5730677"/>
                  </a:cubicBezTo>
                  <a:cubicBezTo>
                    <a:pt x="285153" y="5729407"/>
                    <a:pt x="126221" y="5729407"/>
                    <a:pt x="41910" y="5726867"/>
                  </a:cubicBezTo>
                  <a:cubicBezTo>
                    <a:pt x="17780" y="5724327"/>
                    <a:pt x="19050" y="5723057"/>
                    <a:pt x="19050" y="5679377"/>
                  </a:cubicBezTo>
                  <a:cubicBezTo>
                    <a:pt x="19050" y="5665806"/>
                    <a:pt x="19050" y="5647710"/>
                    <a:pt x="19050" y="5634139"/>
                  </a:cubicBezTo>
                  <a:cubicBezTo>
                    <a:pt x="19050" y="5561757"/>
                    <a:pt x="19050" y="5493900"/>
                    <a:pt x="19050" y="5421518"/>
                  </a:cubicBezTo>
                  <a:cubicBezTo>
                    <a:pt x="19050" y="5168183"/>
                    <a:pt x="19050" y="4914848"/>
                    <a:pt x="19050" y="4661513"/>
                  </a:cubicBezTo>
                  <a:cubicBezTo>
                    <a:pt x="19050" y="4073413"/>
                    <a:pt x="19050" y="3485315"/>
                    <a:pt x="19050" y="2897215"/>
                  </a:cubicBezTo>
                  <a:cubicBezTo>
                    <a:pt x="19050" y="2747929"/>
                    <a:pt x="19050" y="2603166"/>
                    <a:pt x="17780" y="2453879"/>
                  </a:cubicBezTo>
                  <a:cubicBezTo>
                    <a:pt x="12700" y="1843160"/>
                    <a:pt x="12700" y="1232442"/>
                    <a:pt x="8890" y="626247"/>
                  </a:cubicBezTo>
                  <a:cubicBezTo>
                    <a:pt x="8890" y="495056"/>
                    <a:pt x="7620" y="363865"/>
                    <a:pt x="7620" y="232673"/>
                  </a:cubicBezTo>
                  <a:cubicBezTo>
                    <a:pt x="3810" y="101482"/>
                    <a:pt x="0" y="45150"/>
                    <a:pt x="0" y="12130"/>
                  </a:cubicBezTo>
                  <a:close/>
                  <a:moveTo>
                    <a:pt x="3604917" y="5714167"/>
                  </a:moveTo>
                  <a:cubicBezTo>
                    <a:pt x="3607457" y="5602472"/>
                    <a:pt x="3606187" y="5462233"/>
                    <a:pt x="3607457" y="5317470"/>
                  </a:cubicBezTo>
                  <a:cubicBezTo>
                    <a:pt x="3608727" y="5041516"/>
                    <a:pt x="3608727" y="4761037"/>
                    <a:pt x="3609997" y="4485083"/>
                  </a:cubicBezTo>
                  <a:cubicBezTo>
                    <a:pt x="3611267" y="3883412"/>
                    <a:pt x="3612537" y="3286266"/>
                    <a:pt x="3613807" y="2684595"/>
                  </a:cubicBezTo>
                  <a:cubicBezTo>
                    <a:pt x="3616347" y="1933637"/>
                    <a:pt x="3621427" y="1187204"/>
                    <a:pt x="3622697" y="436246"/>
                  </a:cubicBezTo>
                  <a:cubicBezTo>
                    <a:pt x="3622697" y="314102"/>
                    <a:pt x="3623967" y="191959"/>
                    <a:pt x="3622697" y="70550"/>
                  </a:cubicBezTo>
                  <a:cubicBezTo>
                    <a:pt x="3622697" y="61660"/>
                    <a:pt x="3621427" y="52770"/>
                    <a:pt x="3618887" y="43880"/>
                  </a:cubicBezTo>
                  <a:cubicBezTo>
                    <a:pt x="3617617" y="40070"/>
                    <a:pt x="3617617" y="36260"/>
                    <a:pt x="3616347" y="32450"/>
                  </a:cubicBezTo>
                  <a:cubicBezTo>
                    <a:pt x="3615077" y="23560"/>
                    <a:pt x="3616347" y="26100"/>
                    <a:pt x="3608727" y="23560"/>
                  </a:cubicBezTo>
                  <a:cubicBezTo>
                    <a:pt x="3594757" y="18480"/>
                    <a:pt x="3556255" y="22290"/>
                    <a:pt x="3524469" y="22290"/>
                  </a:cubicBezTo>
                  <a:cubicBezTo>
                    <a:pt x="3333751" y="28640"/>
                    <a:pt x="3143033" y="32450"/>
                    <a:pt x="2949425" y="28640"/>
                  </a:cubicBezTo>
                  <a:cubicBezTo>
                    <a:pt x="2570879" y="22290"/>
                    <a:pt x="2186553" y="21020"/>
                    <a:pt x="1808007" y="32450"/>
                  </a:cubicBezTo>
                  <a:cubicBezTo>
                    <a:pt x="1703979" y="36260"/>
                    <a:pt x="1599951" y="37530"/>
                    <a:pt x="1495923" y="37530"/>
                  </a:cubicBezTo>
                  <a:cubicBezTo>
                    <a:pt x="1406343" y="37530"/>
                    <a:pt x="1313874" y="33720"/>
                    <a:pt x="1224294" y="34990"/>
                  </a:cubicBezTo>
                  <a:cubicBezTo>
                    <a:pt x="1079811" y="37530"/>
                    <a:pt x="938217" y="36260"/>
                    <a:pt x="793734" y="36260"/>
                  </a:cubicBezTo>
                  <a:cubicBezTo>
                    <a:pt x="698375" y="36260"/>
                    <a:pt x="605906" y="45150"/>
                    <a:pt x="510547" y="46420"/>
                  </a:cubicBezTo>
                  <a:cubicBezTo>
                    <a:pt x="420967" y="47690"/>
                    <a:pt x="328498" y="41340"/>
                    <a:pt x="236029" y="38800"/>
                  </a:cubicBezTo>
                  <a:cubicBezTo>
                    <a:pt x="192684" y="37530"/>
                    <a:pt x="146449" y="36260"/>
                    <a:pt x="100214" y="34990"/>
                  </a:cubicBezTo>
                  <a:cubicBezTo>
                    <a:pt x="77097" y="33720"/>
                    <a:pt x="53980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83387"/>
                    <a:pt x="24130" y="137673"/>
                  </a:cubicBezTo>
                  <a:cubicBezTo>
                    <a:pt x="25400" y="205530"/>
                    <a:pt x="25400" y="273388"/>
                    <a:pt x="25400" y="341245"/>
                  </a:cubicBezTo>
                  <a:cubicBezTo>
                    <a:pt x="25400" y="621724"/>
                    <a:pt x="21590" y="897678"/>
                    <a:pt x="25400" y="1178156"/>
                  </a:cubicBezTo>
                  <a:cubicBezTo>
                    <a:pt x="30480" y="1512920"/>
                    <a:pt x="30480" y="1847684"/>
                    <a:pt x="30480" y="2182448"/>
                  </a:cubicBezTo>
                  <a:cubicBezTo>
                    <a:pt x="31750" y="2725309"/>
                    <a:pt x="31750" y="3268170"/>
                    <a:pt x="31750" y="3811031"/>
                  </a:cubicBezTo>
                  <a:cubicBezTo>
                    <a:pt x="31750" y="4344844"/>
                    <a:pt x="31750" y="4878657"/>
                    <a:pt x="33020" y="5412471"/>
                  </a:cubicBezTo>
                  <a:cubicBezTo>
                    <a:pt x="33020" y="5462233"/>
                    <a:pt x="33020" y="5516519"/>
                    <a:pt x="33020" y="5566281"/>
                  </a:cubicBezTo>
                  <a:cubicBezTo>
                    <a:pt x="33020" y="5611520"/>
                    <a:pt x="33020" y="5661282"/>
                    <a:pt x="39370" y="5706548"/>
                  </a:cubicBezTo>
                  <a:cubicBezTo>
                    <a:pt x="45720" y="5710357"/>
                    <a:pt x="79987" y="5710357"/>
                    <a:pt x="97325" y="5711627"/>
                  </a:cubicBezTo>
                  <a:cubicBezTo>
                    <a:pt x="126221" y="5712898"/>
                    <a:pt x="152228" y="5712898"/>
                    <a:pt x="178235" y="5712898"/>
                  </a:cubicBezTo>
                  <a:cubicBezTo>
                    <a:pt x="267815" y="5710357"/>
                    <a:pt x="354505" y="5711627"/>
                    <a:pt x="444085" y="5712898"/>
                  </a:cubicBezTo>
                  <a:cubicBezTo>
                    <a:pt x="487430" y="5712898"/>
                    <a:pt x="533664" y="5712898"/>
                    <a:pt x="577009" y="5714167"/>
                  </a:cubicBezTo>
                  <a:cubicBezTo>
                    <a:pt x="623244" y="5715437"/>
                    <a:pt x="672368" y="5720517"/>
                    <a:pt x="718603" y="5716707"/>
                  </a:cubicBezTo>
                  <a:cubicBezTo>
                    <a:pt x="805293" y="5710357"/>
                    <a:pt x="897762" y="5714167"/>
                    <a:pt x="984452" y="5714167"/>
                  </a:cubicBezTo>
                  <a:cubicBezTo>
                    <a:pt x="1042245" y="5714167"/>
                    <a:pt x="1100039" y="5717977"/>
                    <a:pt x="1157832" y="5717977"/>
                  </a:cubicBezTo>
                  <a:cubicBezTo>
                    <a:pt x="1206956" y="5717977"/>
                    <a:pt x="1258970" y="5717977"/>
                    <a:pt x="1308095" y="5716707"/>
                  </a:cubicBezTo>
                  <a:cubicBezTo>
                    <a:pt x="1542158" y="5715437"/>
                    <a:pt x="1773331" y="5714167"/>
                    <a:pt x="2004504" y="5716707"/>
                  </a:cubicBezTo>
                  <a:cubicBezTo>
                    <a:pt x="2096974" y="5717977"/>
                    <a:pt x="2189443" y="5715437"/>
                    <a:pt x="2281912" y="5715437"/>
                  </a:cubicBezTo>
                  <a:cubicBezTo>
                    <a:pt x="2371492" y="5714167"/>
                    <a:pt x="2461071" y="5710357"/>
                    <a:pt x="2550651" y="5714167"/>
                  </a:cubicBezTo>
                  <a:cubicBezTo>
                    <a:pt x="2640231" y="5717977"/>
                    <a:pt x="2732700" y="5715437"/>
                    <a:pt x="2822280" y="5719248"/>
                  </a:cubicBezTo>
                  <a:cubicBezTo>
                    <a:pt x="2914749" y="5723057"/>
                    <a:pt x="3007218" y="5717977"/>
                    <a:pt x="3099688" y="5717977"/>
                  </a:cubicBezTo>
                  <a:cubicBezTo>
                    <a:pt x="3189267" y="5717977"/>
                    <a:pt x="3281737" y="5717977"/>
                    <a:pt x="3371316" y="5719248"/>
                  </a:cubicBezTo>
                  <a:cubicBezTo>
                    <a:pt x="3460896" y="5716707"/>
                    <a:pt x="3544696" y="5714167"/>
                    <a:pt x="3604917" y="5714167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492458" y="15592589"/>
            <a:ext cx="5875170" cy="3208130"/>
            <a:chOff x="0" y="0"/>
            <a:chExt cx="3536652" cy="1931185"/>
          </a:xfrm>
        </p:grpSpPr>
        <p:sp>
          <p:nvSpPr>
            <p:cNvPr id="12" name="Freeform 12"/>
            <p:cNvSpPr/>
            <p:nvPr/>
          </p:nvSpPr>
          <p:spPr>
            <a:xfrm>
              <a:off x="13970" y="17780"/>
              <a:ext cx="3506172" cy="1891815"/>
            </a:xfrm>
            <a:custGeom>
              <a:avLst/>
              <a:gdLst/>
              <a:ahLst/>
              <a:cxnLst/>
              <a:rect l="l" t="t" r="r" b="b"/>
              <a:pathLst>
                <a:path w="3506172" h="1891815">
                  <a:moveTo>
                    <a:pt x="3489662" y="1891815"/>
                  </a:moveTo>
                  <a:lnTo>
                    <a:pt x="15240" y="1884195"/>
                  </a:lnTo>
                  <a:lnTo>
                    <a:pt x="0" y="11430"/>
                  </a:lnTo>
                  <a:lnTo>
                    <a:pt x="3506172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570"/>
              <a:ext cx="3540566" cy="1931981"/>
            </a:xfrm>
            <a:custGeom>
              <a:avLst/>
              <a:gdLst/>
              <a:ahLst/>
              <a:cxnLst/>
              <a:rect l="l" t="t" r="r" b="b"/>
              <a:pathLst>
                <a:path w="3540566" h="1931981">
                  <a:moveTo>
                    <a:pt x="0" y="12130"/>
                  </a:moveTo>
                  <a:cubicBezTo>
                    <a:pt x="41910" y="15940"/>
                    <a:pt x="121183" y="17210"/>
                    <a:pt x="213635" y="19750"/>
                  </a:cubicBezTo>
                  <a:cubicBezTo>
                    <a:pt x="306088" y="21020"/>
                    <a:pt x="401342" y="27370"/>
                    <a:pt x="496596" y="24830"/>
                  </a:cubicBezTo>
                  <a:cubicBezTo>
                    <a:pt x="541421" y="23560"/>
                    <a:pt x="586247" y="19750"/>
                    <a:pt x="631072" y="17210"/>
                  </a:cubicBezTo>
                  <a:cubicBezTo>
                    <a:pt x="678699" y="14670"/>
                    <a:pt x="726326" y="14670"/>
                    <a:pt x="773953" y="15940"/>
                  </a:cubicBezTo>
                  <a:cubicBezTo>
                    <a:pt x="855199" y="17210"/>
                    <a:pt x="936445" y="17210"/>
                    <a:pt x="1014890" y="15940"/>
                  </a:cubicBezTo>
                  <a:cubicBezTo>
                    <a:pt x="1216604" y="13400"/>
                    <a:pt x="1418319" y="17210"/>
                    <a:pt x="1622835" y="14670"/>
                  </a:cubicBezTo>
                  <a:cubicBezTo>
                    <a:pt x="1959026" y="8320"/>
                    <a:pt x="2295216" y="3240"/>
                    <a:pt x="2634208" y="7050"/>
                  </a:cubicBezTo>
                  <a:cubicBezTo>
                    <a:pt x="2824716" y="9590"/>
                    <a:pt x="3018026" y="13400"/>
                    <a:pt x="3208534" y="8320"/>
                  </a:cubicBezTo>
                  <a:cubicBezTo>
                    <a:pt x="3298185" y="5780"/>
                    <a:pt x="3387836" y="-1840"/>
                    <a:pt x="3478232" y="700"/>
                  </a:cubicBezTo>
                  <a:cubicBezTo>
                    <a:pt x="3490932" y="700"/>
                    <a:pt x="3516332" y="-3110"/>
                    <a:pt x="3525222" y="7050"/>
                  </a:cubicBezTo>
                  <a:cubicBezTo>
                    <a:pt x="3530302" y="12130"/>
                    <a:pt x="3529032" y="19750"/>
                    <a:pt x="3530302" y="26100"/>
                  </a:cubicBezTo>
                  <a:cubicBezTo>
                    <a:pt x="3531572" y="33720"/>
                    <a:pt x="3532842" y="42610"/>
                    <a:pt x="3535382" y="50230"/>
                  </a:cubicBezTo>
                  <a:cubicBezTo>
                    <a:pt x="3541732" y="86560"/>
                    <a:pt x="3540462" y="127422"/>
                    <a:pt x="3540462" y="168283"/>
                  </a:cubicBezTo>
                  <a:cubicBezTo>
                    <a:pt x="3540462" y="213523"/>
                    <a:pt x="3540462" y="258763"/>
                    <a:pt x="3540462" y="304002"/>
                  </a:cubicBezTo>
                  <a:cubicBezTo>
                    <a:pt x="3540462" y="403238"/>
                    <a:pt x="3539192" y="501014"/>
                    <a:pt x="3536652" y="600250"/>
                  </a:cubicBezTo>
                  <a:cubicBezTo>
                    <a:pt x="3534112" y="684892"/>
                    <a:pt x="3531572" y="768074"/>
                    <a:pt x="3531572" y="852716"/>
                  </a:cubicBezTo>
                  <a:cubicBezTo>
                    <a:pt x="3530302" y="1036594"/>
                    <a:pt x="3529032" y="1221931"/>
                    <a:pt x="3529032" y="1407267"/>
                  </a:cubicBezTo>
                  <a:cubicBezTo>
                    <a:pt x="3527762" y="1556121"/>
                    <a:pt x="3530302" y="1706433"/>
                    <a:pt x="3526492" y="1855286"/>
                  </a:cubicBezTo>
                  <a:cubicBezTo>
                    <a:pt x="3526492" y="1872799"/>
                    <a:pt x="3525222" y="1891245"/>
                    <a:pt x="3523952" y="1906485"/>
                  </a:cubicBezTo>
                  <a:cubicBezTo>
                    <a:pt x="3522682" y="1921725"/>
                    <a:pt x="3517602" y="1933155"/>
                    <a:pt x="3501092" y="1931885"/>
                  </a:cubicBezTo>
                  <a:cubicBezTo>
                    <a:pt x="3479502" y="1929345"/>
                    <a:pt x="3435463" y="1925535"/>
                    <a:pt x="3385034" y="1926805"/>
                  </a:cubicBezTo>
                  <a:cubicBezTo>
                    <a:pt x="3194526" y="1929345"/>
                    <a:pt x="3006820" y="1926805"/>
                    <a:pt x="2816312" y="1924265"/>
                  </a:cubicBezTo>
                  <a:cubicBezTo>
                    <a:pt x="2438097" y="1919185"/>
                    <a:pt x="2059883" y="1924265"/>
                    <a:pt x="1681668" y="1920455"/>
                  </a:cubicBezTo>
                  <a:cubicBezTo>
                    <a:pt x="1482755" y="1917915"/>
                    <a:pt x="1283843" y="1919185"/>
                    <a:pt x="1084930" y="1919185"/>
                  </a:cubicBezTo>
                  <a:cubicBezTo>
                    <a:pt x="1031700" y="1919185"/>
                    <a:pt x="981271" y="1917915"/>
                    <a:pt x="928041" y="1917915"/>
                  </a:cubicBezTo>
                  <a:cubicBezTo>
                    <a:pt x="835588" y="1916645"/>
                    <a:pt x="745937" y="1920455"/>
                    <a:pt x="653485" y="1919185"/>
                  </a:cubicBezTo>
                  <a:cubicBezTo>
                    <a:pt x="561033" y="1917915"/>
                    <a:pt x="465778" y="1916645"/>
                    <a:pt x="373326" y="1915375"/>
                  </a:cubicBezTo>
                  <a:cubicBezTo>
                    <a:pt x="278072" y="1914105"/>
                    <a:pt x="123985" y="1914105"/>
                    <a:pt x="41910" y="1911565"/>
                  </a:cubicBezTo>
                  <a:cubicBezTo>
                    <a:pt x="17780" y="1909025"/>
                    <a:pt x="19050" y="1907755"/>
                    <a:pt x="19050" y="1880095"/>
                  </a:cubicBezTo>
                  <a:cubicBezTo>
                    <a:pt x="19050" y="1875717"/>
                    <a:pt x="19050" y="1869880"/>
                    <a:pt x="19050" y="1865502"/>
                  </a:cubicBezTo>
                  <a:cubicBezTo>
                    <a:pt x="19050" y="1842152"/>
                    <a:pt x="19050" y="1820262"/>
                    <a:pt x="19050" y="1796913"/>
                  </a:cubicBezTo>
                  <a:cubicBezTo>
                    <a:pt x="19050" y="1715189"/>
                    <a:pt x="19050" y="1633466"/>
                    <a:pt x="19050" y="1551743"/>
                  </a:cubicBezTo>
                  <a:cubicBezTo>
                    <a:pt x="19050" y="1362028"/>
                    <a:pt x="19050" y="1172313"/>
                    <a:pt x="19050" y="982598"/>
                  </a:cubicBezTo>
                  <a:cubicBezTo>
                    <a:pt x="19050" y="934440"/>
                    <a:pt x="19050" y="887741"/>
                    <a:pt x="17780" y="839582"/>
                  </a:cubicBezTo>
                  <a:cubicBezTo>
                    <a:pt x="12700" y="642571"/>
                    <a:pt x="12700" y="445559"/>
                    <a:pt x="8890" y="250007"/>
                  </a:cubicBezTo>
                  <a:cubicBezTo>
                    <a:pt x="8890" y="207686"/>
                    <a:pt x="7620" y="165365"/>
                    <a:pt x="7620" y="123044"/>
                  </a:cubicBezTo>
                  <a:cubicBezTo>
                    <a:pt x="3810" y="80723"/>
                    <a:pt x="0" y="45150"/>
                    <a:pt x="0" y="12130"/>
                  </a:cubicBezTo>
                  <a:close/>
                  <a:moveTo>
                    <a:pt x="3497282" y="1898865"/>
                  </a:moveTo>
                  <a:cubicBezTo>
                    <a:pt x="3499822" y="1855286"/>
                    <a:pt x="3498552" y="1810047"/>
                    <a:pt x="3499822" y="1763348"/>
                  </a:cubicBezTo>
                  <a:cubicBezTo>
                    <a:pt x="3501092" y="1674328"/>
                    <a:pt x="3501092" y="1583848"/>
                    <a:pt x="3502362" y="1494828"/>
                  </a:cubicBezTo>
                  <a:cubicBezTo>
                    <a:pt x="3503632" y="1300735"/>
                    <a:pt x="3504902" y="1108102"/>
                    <a:pt x="3506172" y="914009"/>
                  </a:cubicBezTo>
                  <a:cubicBezTo>
                    <a:pt x="3508712" y="671758"/>
                    <a:pt x="3513792" y="430966"/>
                    <a:pt x="3515062" y="188714"/>
                  </a:cubicBezTo>
                  <a:cubicBezTo>
                    <a:pt x="3515062" y="149312"/>
                    <a:pt x="3516332" y="109910"/>
                    <a:pt x="3515062" y="70550"/>
                  </a:cubicBezTo>
                  <a:cubicBezTo>
                    <a:pt x="3515062" y="61660"/>
                    <a:pt x="3513792" y="52770"/>
                    <a:pt x="3511252" y="43880"/>
                  </a:cubicBezTo>
                  <a:cubicBezTo>
                    <a:pt x="3509982" y="40070"/>
                    <a:pt x="3509982" y="36260"/>
                    <a:pt x="3508712" y="32450"/>
                  </a:cubicBezTo>
                  <a:cubicBezTo>
                    <a:pt x="3507442" y="23560"/>
                    <a:pt x="3508712" y="26100"/>
                    <a:pt x="3501092" y="23560"/>
                  </a:cubicBezTo>
                  <a:cubicBezTo>
                    <a:pt x="3487122" y="18480"/>
                    <a:pt x="3449471" y="22290"/>
                    <a:pt x="3418653" y="22290"/>
                  </a:cubicBezTo>
                  <a:cubicBezTo>
                    <a:pt x="3233749" y="28640"/>
                    <a:pt x="3048844" y="32450"/>
                    <a:pt x="2861137" y="28640"/>
                  </a:cubicBezTo>
                  <a:cubicBezTo>
                    <a:pt x="2494129" y="22290"/>
                    <a:pt x="2121518" y="21020"/>
                    <a:pt x="1754509" y="32450"/>
                  </a:cubicBezTo>
                  <a:cubicBezTo>
                    <a:pt x="1653652" y="36260"/>
                    <a:pt x="1552795" y="37530"/>
                    <a:pt x="1451938" y="37530"/>
                  </a:cubicBezTo>
                  <a:cubicBezTo>
                    <a:pt x="1365089" y="37530"/>
                    <a:pt x="1275438" y="33720"/>
                    <a:pt x="1188588" y="34990"/>
                  </a:cubicBezTo>
                  <a:cubicBezTo>
                    <a:pt x="1048509" y="37530"/>
                    <a:pt x="911231" y="36260"/>
                    <a:pt x="771152" y="36260"/>
                  </a:cubicBezTo>
                  <a:cubicBezTo>
                    <a:pt x="678699" y="36260"/>
                    <a:pt x="589048" y="45150"/>
                    <a:pt x="496596" y="46420"/>
                  </a:cubicBezTo>
                  <a:cubicBezTo>
                    <a:pt x="409747" y="47690"/>
                    <a:pt x="320096" y="41340"/>
                    <a:pt x="230445" y="38800"/>
                  </a:cubicBezTo>
                  <a:cubicBezTo>
                    <a:pt x="188421" y="37530"/>
                    <a:pt x="143596" y="36260"/>
                    <a:pt x="98770" y="34990"/>
                  </a:cubicBezTo>
                  <a:cubicBezTo>
                    <a:pt x="76358" y="33720"/>
                    <a:pt x="53945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4885"/>
                    <a:pt x="24130" y="92397"/>
                  </a:cubicBezTo>
                  <a:cubicBezTo>
                    <a:pt x="25400" y="114288"/>
                    <a:pt x="25400" y="136178"/>
                    <a:pt x="25400" y="158068"/>
                  </a:cubicBezTo>
                  <a:cubicBezTo>
                    <a:pt x="25400" y="248547"/>
                    <a:pt x="21590" y="337567"/>
                    <a:pt x="25400" y="428047"/>
                  </a:cubicBezTo>
                  <a:cubicBezTo>
                    <a:pt x="30480" y="536038"/>
                    <a:pt x="30480" y="644030"/>
                    <a:pt x="30480" y="752022"/>
                  </a:cubicBezTo>
                  <a:cubicBezTo>
                    <a:pt x="31750" y="927143"/>
                    <a:pt x="31750" y="1102264"/>
                    <a:pt x="31750" y="1277386"/>
                  </a:cubicBezTo>
                  <a:cubicBezTo>
                    <a:pt x="31750" y="1449588"/>
                    <a:pt x="31750" y="1621791"/>
                    <a:pt x="33020" y="1793994"/>
                  </a:cubicBezTo>
                  <a:cubicBezTo>
                    <a:pt x="33020" y="1810047"/>
                    <a:pt x="33020" y="1827559"/>
                    <a:pt x="33020" y="1843612"/>
                  </a:cubicBezTo>
                  <a:cubicBezTo>
                    <a:pt x="33020" y="1858205"/>
                    <a:pt x="33020" y="1874258"/>
                    <a:pt x="39370" y="1891245"/>
                  </a:cubicBezTo>
                  <a:cubicBezTo>
                    <a:pt x="45720" y="1895055"/>
                    <a:pt x="79159" y="1895055"/>
                    <a:pt x="95969" y="1896325"/>
                  </a:cubicBezTo>
                  <a:cubicBezTo>
                    <a:pt x="123985" y="1897595"/>
                    <a:pt x="149199" y="1897595"/>
                    <a:pt x="174413" y="1897595"/>
                  </a:cubicBezTo>
                  <a:cubicBezTo>
                    <a:pt x="261262" y="1895055"/>
                    <a:pt x="345310" y="1896325"/>
                    <a:pt x="432159" y="1897595"/>
                  </a:cubicBezTo>
                  <a:cubicBezTo>
                    <a:pt x="474183" y="1897595"/>
                    <a:pt x="519009" y="1897595"/>
                    <a:pt x="561032" y="1898865"/>
                  </a:cubicBezTo>
                  <a:cubicBezTo>
                    <a:pt x="605858" y="1900135"/>
                    <a:pt x="653485" y="1905215"/>
                    <a:pt x="698310" y="1901405"/>
                  </a:cubicBezTo>
                  <a:cubicBezTo>
                    <a:pt x="782358" y="1895055"/>
                    <a:pt x="872009" y="1898865"/>
                    <a:pt x="956056" y="1898865"/>
                  </a:cubicBezTo>
                  <a:cubicBezTo>
                    <a:pt x="1012088" y="1898865"/>
                    <a:pt x="1068120" y="1902675"/>
                    <a:pt x="1124152" y="1902675"/>
                  </a:cubicBezTo>
                  <a:cubicBezTo>
                    <a:pt x="1171779" y="1902675"/>
                    <a:pt x="1222207" y="1902675"/>
                    <a:pt x="1269835" y="1901405"/>
                  </a:cubicBezTo>
                  <a:cubicBezTo>
                    <a:pt x="1496763" y="1900135"/>
                    <a:pt x="1720890" y="1898865"/>
                    <a:pt x="1945017" y="1901405"/>
                  </a:cubicBezTo>
                  <a:cubicBezTo>
                    <a:pt x="2034668" y="1902675"/>
                    <a:pt x="2124319" y="1900135"/>
                    <a:pt x="2213970" y="1900135"/>
                  </a:cubicBezTo>
                  <a:cubicBezTo>
                    <a:pt x="2300819" y="1898865"/>
                    <a:pt x="2387669" y="1895055"/>
                    <a:pt x="2474518" y="1898865"/>
                  </a:cubicBezTo>
                  <a:cubicBezTo>
                    <a:pt x="2561367" y="1902675"/>
                    <a:pt x="2651018" y="1900135"/>
                    <a:pt x="2737867" y="1903945"/>
                  </a:cubicBezTo>
                  <a:cubicBezTo>
                    <a:pt x="2827518" y="1907755"/>
                    <a:pt x="2917169" y="1902675"/>
                    <a:pt x="3006820" y="1902675"/>
                  </a:cubicBezTo>
                  <a:cubicBezTo>
                    <a:pt x="3093669" y="1902675"/>
                    <a:pt x="3183320" y="1902675"/>
                    <a:pt x="3270169" y="1903945"/>
                  </a:cubicBezTo>
                  <a:cubicBezTo>
                    <a:pt x="3357018" y="1901405"/>
                    <a:pt x="3438265" y="1898865"/>
                    <a:pt x="3497282" y="189886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67389" y="2244533"/>
            <a:ext cx="12101629" cy="3014406"/>
          </a:xfrm>
          <a:custGeom>
            <a:avLst/>
            <a:gdLst/>
            <a:ahLst/>
            <a:cxnLst/>
            <a:rect l="l" t="t" r="r" b="b"/>
            <a:pathLst>
              <a:path w="12101629" h="3014406">
                <a:moveTo>
                  <a:pt x="0" y="0"/>
                </a:moveTo>
                <a:lnTo>
                  <a:pt x="12101629" y="0"/>
                </a:lnTo>
                <a:lnTo>
                  <a:pt x="12101629" y="3014406"/>
                </a:lnTo>
                <a:lnTo>
                  <a:pt x="0" y="301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5" name="Group 15"/>
          <p:cNvGrpSpPr/>
          <p:nvPr/>
        </p:nvGrpSpPr>
        <p:grpSpPr>
          <a:xfrm>
            <a:off x="4788027" y="2048048"/>
            <a:ext cx="5460353" cy="869785"/>
            <a:chOff x="0" y="0"/>
            <a:chExt cx="7280470" cy="11597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55781" cy="1159713"/>
            </a:xfrm>
            <a:custGeom>
              <a:avLst/>
              <a:gdLst/>
              <a:ahLst/>
              <a:cxnLst/>
              <a:rect l="l" t="t" r="r" b="b"/>
              <a:pathLst>
                <a:path w="4655781" h="1159713">
                  <a:moveTo>
                    <a:pt x="0" y="0"/>
                  </a:moveTo>
                  <a:lnTo>
                    <a:pt x="4655781" y="0"/>
                  </a:lnTo>
                  <a:lnTo>
                    <a:pt x="4655781" y="1159713"/>
                  </a:lnTo>
                  <a:lnTo>
                    <a:pt x="0" y="1159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624689" y="0"/>
              <a:ext cx="4655781" cy="1159713"/>
            </a:xfrm>
            <a:custGeom>
              <a:avLst/>
              <a:gdLst/>
              <a:ahLst/>
              <a:cxnLst/>
              <a:rect l="l" t="t" r="r" b="b"/>
              <a:pathLst>
                <a:path w="4655781" h="1159713">
                  <a:moveTo>
                    <a:pt x="0" y="0"/>
                  </a:moveTo>
                  <a:lnTo>
                    <a:pt x="4655781" y="0"/>
                  </a:lnTo>
                  <a:lnTo>
                    <a:pt x="4655781" y="1159713"/>
                  </a:lnTo>
                  <a:lnTo>
                    <a:pt x="0" y="1159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474294" y="5788265"/>
            <a:ext cx="5847358" cy="4135641"/>
            <a:chOff x="0" y="0"/>
            <a:chExt cx="3519911" cy="2489515"/>
          </a:xfrm>
        </p:grpSpPr>
        <p:sp>
          <p:nvSpPr>
            <p:cNvPr id="19" name="Freeform 19"/>
            <p:cNvSpPr/>
            <p:nvPr/>
          </p:nvSpPr>
          <p:spPr>
            <a:xfrm>
              <a:off x="13970" y="17780"/>
              <a:ext cx="3489430" cy="2450145"/>
            </a:xfrm>
            <a:custGeom>
              <a:avLst/>
              <a:gdLst/>
              <a:ahLst/>
              <a:cxnLst/>
              <a:rect l="l" t="t" r="r" b="b"/>
              <a:pathLst>
                <a:path w="3489430" h="2450145">
                  <a:moveTo>
                    <a:pt x="3472921" y="2450145"/>
                  </a:moveTo>
                  <a:lnTo>
                    <a:pt x="15240" y="2442525"/>
                  </a:lnTo>
                  <a:lnTo>
                    <a:pt x="0" y="11430"/>
                  </a:lnTo>
                  <a:lnTo>
                    <a:pt x="3489430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570"/>
              <a:ext cx="3523824" cy="2490311"/>
            </a:xfrm>
            <a:custGeom>
              <a:avLst/>
              <a:gdLst/>
              <a:ahLst/>
              <a:cxnLst/>
              <a:rect l="l" t="t" r="r" b="b"/>
              <a:pathLst>
                <a:path w="3523824" h="2490311">
                  <a:moveTo>
                    <a:pt x="0" y="12130"/>
                  </a:moveTo>
                  <a:cubicBezTo>
                    <a:pt x="41910" y="15940"/>
                    <a:pt x="120849" y="17210"/>
                    <a:pt x="212849" y="19750"/>
                  </a:cubicBezTo>
                  <a:cubicBezTo>
                    <a:pt x="304849" y="21020"/>
                    <a:pt x="399638" y="27370"/>
                    <a:pt x="494426" y="24830"/>
                  </a:cubicBezTo>
                  <a:cubicBezTo>
                    <a:pt x="539032" y="23560"/>
                    <a:pt x="583638" y="19750"/>
                    <a:pt x="628245" y="17210"/>
                  </a:cubicBezTo>
                  <a:cubicBezTo>
                    <a:pt x="675639" y="14670"/>
                    <a:pt x="723033" y="14670"/>
                    <a:pt x="770427" y="15940"/>
                  </a:cubicBezTo>
                  <a:cubicBezTo>
                    <a:pt x="851276" y="17210"/>
                    <a:pt x="932125" y="17210"/>
                    <a:pt x="1010186" y="15940"/>
                  </a:cubicBezTo>
                  <a:cubicBezTo>
                    <a:pt x="1210914" y="13400"/>
                    <a:pt x="1411642" y="17210"/>
                    <a:pt x="1615158" y="14670"/>
                  </a:cubicBezTo>
                  <a:cubicBezTo>
                    <a:pt x="1949704" y="8320"/>
                    <a:pt x="2284251" y="3240"/>
                    <a:pt x="2621586" y="7050"/>
                  </a:cubicBezTo>
                  <a:cubicBezTo>
                    <a:pt x="2811162" y="9590"/>
                    <a:pt x="3003526" y="13400"/>
                    <a:pt x="3193103" y="8320"/>
                  </a:cubicBezTo>
                  <a:cubicBezTo>
                    <a:pt x="3282316" y="5780"/>
                    <a:pt x="3371528" y="-1840"/>
                    <a:pt x="3461491" y="700"/>
                  </a:cubicBezTo>
                  <a:cubicBezTo>
                    <a:pt x="3474191" y="700"/>
                    <a:pt x="3499591" y="-3110"/>
                    <a:pt x="3508480" y="7050"/>
                  </a:cubicBezTo>
                  <a:cubicBezTo>
                    <a:pt x="3513561" y="12130"/>
                    <a:pt x="3512291" y="19750"/>
                    <a:pt x="3513561" y="26100"/>
                  </a:cubicBezTo>
                  <a:cubicBezTo>
                    <a:pt x="3514830" y="33720"/>
                    <a:pt x="3516100" y="42610"/>
                    <a:pt x="3518641" y="50230"/>
                  </a:cubicBezTo>
                  <a:cubicBezTo>
                    <a:pt x="3524991" y="91392"/>
                    <a:pt x="3523721" y="144810"/>
                    <a:pt x="3523721" y="198229"/>
                  </a:cubicBezTo>
                  <a:cubicBezTo>
                    <a:pt x="3523721" y="257371"/>
                    <a:pt x="3523721" y="316512"/>
                    <a:pt x="3523721" y="375654"/>
                  </a:cubicBezTo>
                  <a:cubicBezTo>
                    <a:pt x="3523721" y="505385"/>
                    <a:pt x="3522450" y="633208"/>
                    <a:pt x="3519911" y="762938"/>
                  </a:cubicBezTo>
                  <a:cubicBezTo>
                    <a:pt x="3517371" y="873591"/>
                    <a:pt x="3514830" y="982335"/>
                    <a:pt x="3514830" y="1092988"/>
                  </a:cubicBezTo>
                  <a:cubicBezTo>
                    <a:pt x="3513561" y="1333371"/>
                    <a:pt x="3512291" y="1575662"/>
                    <a:pt x="3512291" y="1817953"/>
                  </a:cubicBezTo>
                  <a:cubicBezTo>
                    <a:pt x="3511021" y="2012549"/>
                    <a:pt x="3513561" y="2209052"/>
                    <a:pt x="3509750" y="2403648"/>
                  </a:cubicBezTo>
                  <a:cubicBezTo>
                    <a:pt x="3509750" y="2426542"/>
                    <a:pt x="3508480" y="2449575"/>
                    <a:pt x="3507211" y="2464815"/>
                  </a:cubicBezTo>
                  <a:cubicBezTo>
                    <a:pt x="3505941" y="2480055"/>
                    <a:pt x="3500861" y="2491485"/>
                    <a:pt x="3484350" y="2490215"/>
                  </a:cubicBezTo>
                  <a:cubicBezTo>
                    <a:pt x="3462761" y="2487675"/>
                    <a:pt x="3418922" y="2483865"/>
                    <a:pt x="3368740" y="2485135"/>
                  </a:cubicBezTo>
                  <a:cubicBezTo>
                    <a:pt x="3179164" y="2487675"/>
                    <a:pt x="2992375" y="2485135"/>
                    <a:pt x="2802798" y="2482595"/>
                  </a:cubicBezTo>
                  <a:cubicBezTo>
                    <a:pt x="2426433" y="2477515"/>
                    <a:pt x="2050068" y="2482595"/>
                    <a:pt x="1673703" y="2478785"/>
                  </a:cubicBezTo>
                  <a:cubicBezTo>
                    <a:pt x="1475763" y="2476245"/>
                    <a:pt x="1277823" y="2477515"/>
                    <a:pt x="1079883" y="2477515"/>
                  </a:cubicBezTo>
                  <a:cubicBezTo>
                    <a:pt x="1026913" y="2477515"/>
                    <a:pt x="976731" y="2476245"/>
                    <a:pt x="923761" y="2476245"/>
                  </a:cubicBezTo>
                  <a:cubicBezTo>
                    <a:pt x="831761" y="2474975"/>
                    <a:pt x="742548" y="2478785"/>
                    <a:pt x="650548" y="2477515"/>
                  </a:cubicBezTo>
                  <a:cubicBezTo>
                    <a:pt x="558547" y="2476245"/>
                    <a:pt x="463759" y="2474975"/>
                    <a:pt x="371759" y="2473705"/>
                  </a:cubicBezTo>
                  <a:cubicBezTo>
                    <a:pt x="276971" y="2472435"/>
                    <a:pt x="123637" y="2472435"/>
                    <a:pt x="41910" y="2469895"/>
                  </a:cubicBezTo>
                  <a:cubicBezTo>
                    <a:pt x="17780" y="2467355"/>
                    <a:pt x="19050" y="2466085"/>
                    <a:pt x="19050" y="2436081"/>
                  </a:cubicBezTo>
                  <a:cubicBezTo>
                    <a:pt x="19050" y="2430358"/>
                    <a:pt x="19050" y="2422726"/>
                    <a:pt x="19050" y="2417003"/>
                  </a:cubicBezTo>
                  <a:cubicBezTo>
                    <a:pt x="19050" y="2386478"/>
                    <a:pt x="19050" y="2357861"/>
                    <a:pt x="19050" y="2327336"/>
                  </a:cubicBezTo>
                  <a:cubicBezTo>
                    <a:pt x="19050" y="2220499"/>
                    <a:pt x="19050" y="2113662"/>
                    <a:pt x="19050" y="2006825"/>
                  </a:cubicBezTo>
                  <a:cubicBezTo>
                    <a:pt x="19050" y="1758811"/>
                    <a:pt x="19050" y="1510797"/>
                    <a:pt x="19050" y="1262782"/>
                  </a:cubicBezTo>
                  <a:cubicBezTo>
                    <a:pt x="19050" y="1199825"/>
                    <a:pt x="19050" y="1138775"/>
                    <a:pt x="17780" y="1075818"/>
                  </a:cubicBezTo>
                  <a:cubicBezTo>
                    <a:pt x="12700" y="818264"/>
                    <a:pt x="12700" y="560711"/>
                    <a:pt x="8890" y="305066"/>
                  </a:cubicBezTo>
                  <a:cubicBezTo>
                    <a:pt x="8890" y="249739"/>
                    <a:pt x="7620" y="194413"/>
                    <a:pt x="7620" y="139087"/>
                  </a:cubicBezTo>
                  <a:cubicBezTo>
                    <a:pt x="3810" y="83761"/>
                    <a:pt x="0" y="45150"/>
                    <a:pt x="0" y="12130"/>
                  </a:cubicBezTo>
                  <a:close/>
                  <a:moveTo>
                    <a:pt x="3480541" y="2457195"/>
                  </a:moveTo>
                  <a:cubicBezTo>
                    <a:pt x="3483080" y="2403648"/>
                    <a:pt x="3481811" y="2344506"/>
                    <a:pt x="3483080" y="2283457"/>
                  </a:cubicBezTo>
                  <a:cubicBezTo>
                    <a:pt x="3484350" y="2167081"/>
                    <a:pt x="3484350" y="2048797"/>
                    <a:pt x="3485621" y="1932421"/>
                  </a:cubicBezTo>
                  <a:cubicBezTo>
                    <a:pt x="3486891" y="1678683"/>
                    <a:pt x="3488161" y="1426854"/>
                    <a:pt x="3489430" y="1173116"/>
                  </a:cubicBezTo>
                  <a:cubicBezTo>
                    <a:pt x="3491971" y="856421"/>
                    <a:pt x="3497050" y="541633"/>
                    <a:pt x="3498321" y="224938"/>
                  </a:cubicBezTo>
                  <a:cubicBezTo>
                    <a:pt x="3498321" y="173427"/>
                    <a:pt x="3499591" y="121917"/>
                    <a:pt x="3498321" y="70550"/>
                  </a:cubicBezTo>
                  <a:cubicBezTo>
                    <a:pt x="3498321" y="61660"/>
                    <a:pt x="3497050" y="52770"/>
                    <a:pt x="3494511" y="43880"/>
                  </a:cubicBezTo>
                  <a:cubicBezTo>
                    <a:pt x="3493241" y="40070"/>
                    <a:pt x="3493241" y="36260"/>
                    <a:pt x="3491971" y="32450"/>
                  </a:cubicBezTo>
                  <a:cubicBezTo>
                    <a:pt x="3490700" y="23560"/>
                    <a:pt x="3491971" y="26100"/>
                    <a:pt x="3484350" y="23560"/>
                  </a:cubicBezTo>
                  <a:cubicBezTo>
                    <a:pt x="3470380" y="18480"/>
                    <a:pt x="3432861" y="22290"/>
                    <a:pt x="3402195" y="22290"/>
                  </a:cubicBezTo>
                  <a:cubicBezTo>
                    <a:pt x="3218194" y="28640"/>
                    <a:pt x="3034193" y="32450"/>
                    <a:pt x="2847405" y="28640"/>
                  </a:cubicBezTo>
                  <a:cubicBezTo>
                    <a:pt x="2482191" y="22290"/>
                    <a:pt x="2111402" y="21020"/>
                    <a:pt x="1746188" y="32450"/>
                  </a:cubicBezTo>
                  <a:cubicBezTo>
                    <a:pt x="1645824" y="36260"/>
                    <a:pt x="1545460" y="37530"/>
                    <a:pt x="1445096" y="37530"/>
                  </a:cubicBezTo>
                  <a:cubicBezTo>
                    <a:pt x="1358672" y="37530"/>
                    <a:pt x="1269459" y="33720"/>
                    <a:pt x="1183035" y="34990"/>
                  </a:cubicBezTo>
                  <a:cubicBezTo>
                    <a:pt x="1043640" y="37530"/>
                    <a:pt x="907034" y="36260"/>
                    <a:pt x="767639" y="36260"/>
                  </a:cubicBezTo>
                  <a:cubicBezTo>
                    <a:pt x="675639" y="36260"/>
                    <a:pt x="586426" y="45150"/>
                    <a:pt x="494426" y="46420"/>
                  </a:cubicBezTo>
                  <a:cubicBezTo>
                    <a:pt x="408001" y="47690"/>
                    <a:pt x="318789" y="41340"/>
                    <a:pt x="229576" y="38800"/>
                  </a:cubicBezTo>
                  <a:cubicBezTo>
                    <a:pt x="187758" y="37530"/>
                    <a:pt x="143152" y="36260"/>
                    <a:pt x="98546" y="34990"/>
                  </a:cubicBezTo>
                  <a:cubicBezTo>
                    <a:pt x="76243" y="33720"/>
                    <a:pt x="53939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6129"/>
                    <a:pt x="24130" y="99023"/>
                  </a:cubicBezTo>
                  <a:cubicBezTo>
                    <a:pt x="25400" y="127640"/>
                    <a:pt x="25400" y="156257"/>
                    <a:pt x="25400" y="184874"/>
                  </a:cubicBezTo>
                  <a:cubicBezTo>
                    <a:pt x="25400" y="303158"/>
                    <a:pt x="21590" y="419534"/>
                    <a:pt x="25400" y="537818"/>
                  </a:cubicBezTo>
                  <a:cubicBezTo>
                    <a:pt x="30480" y="678995"/>
                    <a:pt x="30480" y="820172"/>
                    <a:pt x="30480" y="961350"/>
                  </a:cubicBezTo>
                  <a:cubicBezTo>
                    <a:pt x="31750" y="1190286"/>
                    <a:pt x="31750" y="1419222"/>
                    <a:pt x="31750" y="1648159"/>
                  </a:cubicBezTo>
                  <a:cubicBezTo>
                    <a:pt x="31750" y="1873279"/>
                    <a:pt x="31750" y="2098400"/>
                    <a:pt x="33020" y="2323521"/>
                  </a:cubicBezTo>
                  <a:cubicBezTo>
                    <a:pt x="33020" y="2344506"/>
                    <a:pt x="33020" y="2367400"/>
                    <a:pt x="33020" y="2388386"/>
                  </a:cubicBezTo>
                  <a:cubicBezTo>
                    <a:pt x="33020" y="2407464"/>
                    <a:pt x="33020" y="2428450"/>
                    <a:pt x="39370" y="2449575"/>
                  </a:cubicBezTo>
                  <a:cubicBezTo>
                    <a:pt x="45720" y="2453385"/>
                    <a:pt x="79030" y="2453385"/>
                    <a:pt x="95758" y="2454655"/>
                  </a:cubicBezTo>
                  <a:cubicBezTo>
                    <a:pt x="123637" y="2455925"/>
                    <a:pt x="148728" y="2455925"/>
                    <a:pt x="173819" y="2455925"/>
                  </a:cubicBezTo>
                  <a:cubicBezTo>
                    <a:pt x="260243" y="2453385"/>
                    <a:pt x="343880" y="2454655"/>
                    <a:pt x="430305" y="2455925"/>
                  </a:cubicBezTo>
                  <a:cubicBezTo>
                    <a:pt x="472123" y="2455925"/>
                    <a:pt x="516729" y="2455925"/>
                    <a:pt x="558547" y="2457195"/>
                  </a:cubicBezTo>
                  <a:cubicBezTo>
                    <a:pt x="603154" y="2458465"/>
                    <a:pt x="650548" y="2463545"/>
                    <a:pt x="695154" y="2459735"/>
                  </a:cubicBezTo>
                  <a:cubicBezTo>
                    <a:pt x="778791" y="2453385"/>
                    <a:pt x="868003" y="2457195"/>
                    <a:pt x="951640" y="2457195"/>
                  </a:cubicBezTo>
                  <a:cubicBezTo>
                    <a:pt x="1007398" y="2457195"/>
                    <a:pt x="1063155" y="2461005"/>
                    <a:pt x="1118913" y="2461005"/>
                  </a:cubicBezTo>
                  <a:cubicBezTo>
                    <a:pt x="1166307" y="2461005"/>
                    <a:pt x="1216489" y="2461005"/>
                    <a:pt x="1263883" y="2459735"/>
                  </a:cubicBezTo>
                  <a:cubicBezTo>
                    <a:pt x="1489702" y="2458465"/>
                    <a:pt x="1712734" y="2457195"/>
                    <a:pt x="1935765" y="2459735"/>
                  </a:cubicBezTo>
                  <a:cubicBezTo>
                    <a:pt x="2024977" y="2461005"/>
                    <a:pt x="2114190" y="2458465"/>
                    <a:pt x="2203402" y="2458465"/>
                  </a:cubicBezTo>
                  <a:cubicBezTo>
                    <a:pt x="2289827" y="2457195"/>
                    <a:pt x="2376251" y="2453385"/>
                    <a:pt x="2462676" y="2457195"/>
                  </a:cubicBezTo>
                  <a:cubicBezTo>
                    <a:pt x="2549100" y="2461005"/>
                    <a:pt x="2638313" y="2458465"/>
                    <a:pt x="2724738" y="2462275"/>
                  </a:cubicBezTo>
                  <a:cubicBezTo>
                    <a:pt x="2813950" y="2466085"/>
                    <a:pt x="2903163" y="2461005"/>
                    <a:pt x="2992375" y="2461005"/>
                  </a:cubicBezTo>
                  <a:cubicBezTo>
                    <a:pt x="3078800" y="2461005"/>
                    <a:pt x="3168012" y="2461005"/>
                    <a:pt x="3254437" y="2462275"/>
                  </a:cubicBezTo>
                  <a:cubicBezTo>
                    <a:pt x="3340861" y="2459735"/>
                    <a:pt x="3421710" y="2457195"/>
                    <a:pt x="3480541" y="245719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7389" y="5766390"/>
            <a:ext cx="5848449" cy="1068613"/>
            <a:chOff x="0" y="0"/>
            <a:chExt cx="7797932" cy="1424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9" y="0"/>
                  </a:lnTo>
                  <a:lnTo>
                    <a:pt x="5662279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135654" y="14396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8" y="0"/>
                  </a:lnTo>
                  <a:lnTo>
                    <a:pt x="5662278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7389" y="10217490"/>
            <a:ext cx="5848449" cy="1068613"/>
            <a:chOff x="0" y="0"/>
            <a:chExt cx="7797932" cy="14248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9" y="0"/>
                  </a:lnTo>
                  <a:lnTo>
                    <a:pt x="5662279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35654" y="14396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8" y="0"/>
                  </a:lnTo>
                  <a:lnTo>
                    <a:pt x="5662278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15044" y="5766390"/>
            <a:ext cx="6073414" cy="1064033"/>
            <a:chOff x="0" y="0"/>
            <a:chExt cx="8097886" cy="14187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459878" y="14334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06364" y="15581839"/>
            <a:ext cx="5861167" cy="1074783"/>
            <a:chOff x="0" y="0"/>
            <a:chExt cx="7814890" cy="14330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176882" y="28668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79197" y="15592589"/>
            <a:ext cx="6073414" cy="1064033"/>
            <a:chOff x="0" y="0"/>
            <a:chExt cx="8097886" cy="14187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459878" y="14334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663869" y="16787247"/>
            <a:ext cx="545842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Low Cost:</a:t>
            </a:r>
            <a:r>
              <a:rPr lang="en-US" dirty="0"/>
              <a:t> High performance at a fraction of the price of industrial 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Smart Calibration:</a:t>
            </a:r>
            <a:r>
              <a:rPr lang="en-US" dirty="0"/>
              <a:t> Automatic temperature compensation for stable readings.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Versatility:</a:t>
            </a:r>
            <a:r>
              <a:rPr lang="en-US" dirty="0"/>
              <a:t> Scalable for home use, aquaculture, and environmental protection.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46416" y="3819989"/>
            <a:ext cx="10137255" cy="540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6748" dirty="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Water Quality Monitoring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582498" y="23547364"/>
            <a:ext cx="5127904" cy="10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6416" lvl="1" indent="-213208" algn="l">
              <a:lnSpc>
                <a:spcPts val="2666"/>
              </a:lnSpc>
              <a:spcBef>
                <a:spcPct val="0"/>
              </a:spcBef>
              <a:buFont typeface="Arial"/>
              <a:buChar char="•"/>
            </a:pP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Thiết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bị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này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sử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dụng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loại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bức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xạ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điện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từ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nào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?</a:t>
            </a:r>
          </a:p>
          <a:p>
            <a:pPr marL="426416" lvl="1" indent="-213208" algn="l">
              <a:lnSpc>
                <a:spcPts val="2666"/>
              </a:lnSpc>
              <a:spcBef>
                <a:spcPct val="0"/>
              </a:spcBef>
              <a:buFont typeface="Arial"/>
              <a:buChar char="•"/>
            </a:pP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Đặc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điểm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của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nó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là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gì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?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3869" y="6136015"/>
            <a:ext cx="5474708" cy="46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I. Idea</a:t>
            </a:r>
            <a:endParaRPr lang="en-US" sz="4800" b="1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85798" y="10631086"/>
            <a:ext cx="4965401" cy="46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II. Objectives</a:t>
            </a:r>
            <a:endParaRPr lang="en-US" sz="4500" b="1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367531" y="6136014"/>
            <a:ext cx="6334854" cy="46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III. System Architecture</a:t>
            </a:r>
            <a:endParaRPr lang="en-US" sz="4800" b="1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790490" y="15989468"/>
            <a:ext cx="5174138" cy="46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IV. Innovation</a:t>
            </a:r>
            <a:endParaRPr lang="en-US" sz="4800" b="1" u="none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969856" y="15983715"/>
            <a:ext cx="5174138" cy="46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V. Results</a:t>
            </a:r>
            <a:endParaRPr lang="en-US" sz="4800" b="1" u="none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5095609" y="2333735"/>
            <a:ext cx="484519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  <a:spcBef>
                <a:spcPct val="0"/>
              </a:spcBef>
            </a:pPr>
            <a:r>
              <a:rPr lang="en-US" sz="3215" u="none" dirty="0">
                <a:solidFill>
                  <a:srgbClr val="F8F7F2"/>
                </a:solidFill>
                <a:latin typeface="Cabin"/>
                <a:ea typeface="Cabin"/>
                <a:cs typeface="Cabin"/>
                <a:sym typeface="Cabin"/>
              </a:rPr>
              <a:t>Nam Anh</a:t>
            </a:r>
          </a:p>
        </p:txBody>
      </p:sp>
      <p:pic>
        <p:nvPicPr>
          <p:cNvPr id="58" name="Hình ảnh 57" descr="Ảnh có chứa hình vẽ, bức vẽ, tác phẩm nghệ thuật, Tác phẩm nghệ thuật của trẻ con&#10;&#10;Nội dung do AI tạo ra có thể không chính xác.">
            <a:extLst>
              <a:ext uri="{FF2B5EF4-FFF2-40B4-BE49-F238E27FC236}">
                <a16:creationId xmlns:a16="http://schemas.microsoft.com/office/drawing/2014/main" id="{52A82DA6-569E-6BCA-37AF-25A195EB90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692" y="6913829"/>
            <a:ext cx="1971464" cy="1498313"/>
          </a:xfrm>
          <a:prstGeom prst="rect">
            <a:avLst/>
          </a:prstGeom>
        </p:spPr>
      </p:pic>
      <p:pic>
        <p:nvPicPr>
          <p:cNvPr id="60" name="Hình ảnh 59" descr="Ảnh có chứa ngoài trời, cây cối, nước, con sông&#10;&#10;Nội dung do AI tạo ra có thể không chính xác.">
            <a:extLst>
              <a:ext uri="{FF2B5EF4-FFF2-40B4-BE49-F238E27FC236}">
                <a16:creationId xmlns:a16="http://schemas.microsoft.com/office/drawing/2014/main" id="{700CE18D-FA96-FB32-9D00-12FE57BF3AF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621" y="8458993"/>
            <a:ext cx="1982883" cy="1338364"/>
          </a:xfrm>
          <a:prstGeom prst="rect">
            <a:avLst/>
          </a:prstGeom>
        </p:spPr>
      </p:pic>
      <p:sp>
        <p:nvSpPr>
          <p:cNvPr id="63" name="Rectangle 5">
            <a:extLst>
              <a:ext uri="{FF2B5EF4-FFF2-40B4-BE49-F238E27FC236}">
                <a16:creationId xmlns:a16="http://schemas.microsoft.com/office/drawing/2014/main" id="{FC991CAF-C923-C28D-6309-F013DBE7D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895" y="7002077"/>
            <a:ext cx="35554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affordable, real-time IoT solution to monitor water health.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Technology: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Computing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process sensor data and upload it to 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ThingSpeak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platform via Wi-Fi.</a:t>
            </a: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4350B3AF-0807-3EF1-C875-984ED8BB9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634" y="11405865"/>
            <a:ext cx="52654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Replace manual testing with 24/7 continuous monitoring.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temperature-compensated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(purity) readings.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users to track water quality from anywhere via the internet.</a:t>
            </a:r>
          </a:p>
        </p:txBody>
      </p:sp>
      <p:pic>
        <p:nvPicPr>
          <p:cNvPr id="65" name="Hình ảnh 64" descr="Ảnh có chứa văn bản, ảnh chụp màn hình, phần mềm, thiết kế&#10;&#10;Nội dung do AI tạo ra có thể không chính xác.">
            <a:extLst>
              <a:ext uri="{FF2B5EF4-FFF2-40B4-BE49-F238E27FC236}">
                <a16:creationId xmlns:a16="http://schemas.microsoft.com/office/drawing/2014/main" id="{CE551817-0DA1-129B-4CF0-EC21A3F7AF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0506" y="13366420"/>
            <a:ext cx="2750630" cy="1689718"/>
          </a:xfrm>
          <a:prstGeom prst="rect">
            <a:avLst/>
          </a:prstGeom>
        </p:spPr>
      </p:pic>
      <p:pic>
        <p:nvPicPr>
          <p:cNvPr id="67" name="Hình ảnh 66" descr="Ảnh có chứa văn bản, Thiết bị liên lạc di động, Thiết bị liên lạc, Máy tính bảng&#10;&#10;Nội dung do AI tạo ra có thể không chính xác.">
            <a:extLst>
              <a:ext uri="{FF2B5EF4-FFF2-40B4-BE49-F238E27FC236}">
                <a16:creationId xmlns:a16="http://schemas.microsoft.com/office/drawing/2014/main" id="{32B1BD77-5776-EC92-0C0B-6CF99E6869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098" y="13370428"/>
            <a:ext cx="2539503" cy="1659403"/>
          </a:xfrm>
          <a:prstGeom prst="rect">
            <a:avLst/>
          </a:prstGeom>
        </p:spPr>
      </p:pic>
      <p:pic>
        <p:nvPicPr>
          <p:cNvPr id="73" name="Hình ảnh 72" descr="Ảnh có chứa văn bản, ảnh chụp màn hình, đồ điện tử, phần mềm&#10;&#10;Nội dung do AI tạo ra có thể không chính xác.">
            <a:extLst>
              <a:ext uri="{FF2B5EF4-FFF2-40B4-BE49-F238E27FC236}">
                <a16:creationId xmlns:a16="http://schemas.microsoft.com/office/drawing/2014/main" id="{60805C82-0115-3DB5-F142-94E7ACE478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614" y="6632553"/>
            <a:ext cx="5538687" cy="3345366"/>
          </a:xfrm>
          <a:prstGeom prst="rect">
            <a:avLst/>
          </a:prstGeom>
        </p:spPr>
      </p:pic>
      <p:sp>
        <p:nvSpPr>
          <p:cNvPr id="74" name="Rectangle 7">
            <a:extLst>
              <a:ext uri="{FF2B5EF4-FFF2-40B4-BE49-F238E27FC236}">
                <a16:creationId xmlns:a16="http://schemas.microsoft.com/office/drawing/2014/main" id="{7BA81D72-F763-1C7C-9A25-82BF1D4DD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354" y="9663387"/>
            <a:ext cx="60033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Sensors collect raw physical and chemical data from water.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ESP32 calculates values and manages Wi-Fi connectivity.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data visualization on an OLED screen.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logging and graphing on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ThingSpeak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6" name="Hình ảnh 75" descr="Ảnh có chứa đồ điện tử, Kỹ thuật điện, Linh kiện điện, Thành phần mạch điện&#10;&#10;Nội dung do AI tạo ra có thể không chính xác.">
            <a:extLst>
              <a:ext uri="{FF2B5EF4-FFF2-40B4-BE49-F238E27FC236}">
                <a16:creationId xmlns:a16="http://schemas.microsoft.com/office/drawing/2014/main" id="{B91DF135-41E7-1D1A-BBBA-C57FC8E1CB5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220" y="12021490"/>
            <a:ext cx="2468745" cy="1305966"/>
          </a:xfrm>
          <a:prstGeom prst="rect">
            <a:avLst/>
          </a:prstGeom>
        </p:spPr>
      </p:pic>
      <p:pic>
        <p:nvPicPr>
          <p:cNvPr id="78" name="Hình ảnh 77" descr="Ảnh có chứa văn bản, số, đồ điện tử, Phông chữ&#10;&#10;Nội dung do AI tạo ra có thể không chính xác.">
            <a:extLst>
              <a:ext uri="{FF2B5EF4-FFF2-40B4-BE49-F238E27FC236}">
                <a16:creationId xmlns:a16="http://schemas.microsoft.com/office/drawing/2014/main" id="{EB785FEC-A8E7-E1E2-E691-C916ED397E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502" y="13371213"/>
            <a:ext cx="1822237" cy="1822237"/>
          </a:xfrm>
          <a:prstGeom prst="rect">
            <a:avLst/>
          </a:prstGeom>
        </p:spPr>
      </p:pic>
      <p:sp>
        <p:nvSpPr>
          <p:cNvPr id="80" name="Rectangle 9">
            <a:extLst>
              <a:ext uri="{FF2B5EF4-FFF2-40B4-BE49-F238E27FC236}">
                <a16:creationId xmlns:a16="http://schemas.microsoft.com/office/drawing/2014/main" id="{4112829E-E57A-6BDA-409B-CE2F273F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5113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achieved high-precision monitoring with instant cloud synchronization and local display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B9D0502E-D8B4-BCB7-924B-C91DEEB9E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9220" y="16781494"/>
            <a:ext cx="47789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achieved high-precision monitoring with instant cloud synchronization and local display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7" name="Hình ảnh 36" descr="Ảnh có chứa đồ điện tử, Kỹ thuật điện, Thành phần mạch điện, Linh kiện điện&#10;&#10;Nội dung do AI tạo ra có thể không chính xác.">
            <a:extLst>
              <a:ext uri="{FF2B5EF4-FFF2-40B4-BE49-F238E27FC236}">
                <a16:creationId xmlns:a16="http://schemas.microsoft.com/office/drawing/2014/main" id="{1199002F-3C01-897B-6A2F-666FA22581C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362" y="11926666"/>
            <a:ext cx="2892832" cy="1530308"/>
          </a:xfrm>
          <a:prstGeom prst="rect">
            <a:avLst/>
          </a:prstGeom>
        </p:spPr>
      </p:pic>
      <p:pic>
        <p:nvPicPr>
          <p:cNvPr id="42" name="Hình ảnh 41" descr="Ảnh có chứa văn bản, hàng, ảnh chụp màn hình, biểu đồ&#10;&#10;Nội dung do AI tạo ra có thể không chính xác.">
            <a:extLst>
              <a:ext uri="{FF2B5EF4-FFF2-40B4-BE49-F238E27FC236}">
                <a16:creationId xmlns:a16="http://schemas.microsoft.com/office/drawing/2014/main" id="{910093BC-8098-3DE5-5E71-C45498925A1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47543" y="13627382"/>
            <a:ext cx="2792014" cy="1306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221</Words>
  <Application>Microsoft Office PowerPoint</Application>
  <PresentationFormat>Tùy chỉnh</PresentationFormat>
  <Paragraphs>23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6" baseType="lpstr">
      <vt:lpstr>Arial</vt:lpstr>
      <vt:lpstr>Calibri</vt:lpstr>
      <vt:lpstr>Asap</vt:lpstr>
      <vt:lpstr>Cabin</vt:lpstr>
      <vt:lpstr>Office Theme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Khoa học Nghiên cứu Thông tin</dc:title>
  <cp:lastModifiedBy>Hồ Xuân Phú</cp:lastModifiedBy>
  <cp:revision>4</cp:revision>
  <dcterms:created xsi:type="dcterms:W3CDTF">2006-08-16T00:00:00Z</dcterms:created>
  <dcterms:modified xsi:type="dcterms:W3CDTF">2026-02-02T04:33:12Z</dcterms:modified>
  <dc:identifier>DAG_VuZO440</dc:identifier>
</cp:coreProperties>
</file>